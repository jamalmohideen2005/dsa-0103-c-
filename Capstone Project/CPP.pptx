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74" r:id="rId2"/>
    <p:sldId id="257" r:id="rId3"/>
    <p:sldId id="271" r:id="rId4"/>
    <p:sldId id="258" r:id="rId5"/>
    <p:sldId id="264" r:id="rId6"/>
    <p:sldId id="261" r:id="rId7"/>
    <p:sldId id="293" r:id="rId8"/>
    <p:sldId id="294" r:id="rId9"/>
    <p:sldId id="275" r:id="rId10"/>
    <p:sldId id="290" r:id="rId11"/>
    <p:sldId id="291" r:id="rId12"/>
    <p:sldId id="292" r:id="rId13"/>
    <p:sldId id="278" r:id="rId14"/>
    <p:sldId id="268" r:id="rId15"/>
    <p:sldId id="267" r:id="rId16"/>
    <p:sldId id="28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65E74F77-1A56-43CD-A8FF-82B4393E1D89}">
          <p14:sldIdLst>
            <p14:sldId id="274"/>
            <p14:sldId id="257"/>
            <p14:sldId id="271"/>
            <p14:sldId id="258"/>
            <p14:sldId id="264"/>
            <p14:sldId id="261"/>
            <p14:sldId id="293"/>
            <p14:sldId id="294"/>
            <p14:sldId id="275"/>
            <p14:sldId id="290"/>
            <p14:sldId id="291"/>
            <p14:sldId id="292"/>
            <p14:sldId id="278"/>
            <p14:sldId id="268"/>
            <p14:sldId id="267"/>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505726-EDCC-44E7-82BC-6EE64542BB78}" v="43" dt="2026-08-16T06:13:04.5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90" d="100"/>
          <a:sy n="90" d="100"/>
        </p:scale>
        <p:origin x="23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al Mohideen" userId="9f7119b2b872dfae" providerId="LiveId" clId="{5064D230-894A-4EC8-8069-0547253AD2A6}"/>
    <pc:docChg chg="undo custSel modSld">
      <pc:chgData name="Jamal Mohideen" userId="9f7119b2b872dfae" providerId="LiveId" clId="{5064D230-894A-4EC8-8069-0547253AD2A6}" dt="2026-08-16T06:14:08.666" v="301" actId="20577"/>
      <pc:docMkLst>
        <pc:docMk/>
      </pc:docMkLst>
      <pc:sldChg chg="modSp mod">
        <pc:chgData name="Jamal Mohideen" userId="9f7119b2b872dfae" providerId="LiveId" clId="{5064D230-894A-4EC8-8069-0547253AD2A6}" dt="2026-08-16T06:14:08.666" v="301" actId="20577"/>
        <pc:sldMkLst>
          <pc:docMk/>
          <pc:sldMk cId="1294641140" sldId="264"/>
        </pc:sldMkLst>
        <pc:graphicFrameChg chg="modGraphic">
          <ac:chgData name="Jamal Mohideen" userId="9f7119b2b872dfae" providerId="LiveId" clId="{5064D230-894A-4EC8-8069-0547253AD2A6}" dt="2026-08-16T06:14:08.666" v="301" actId="20577"/>
          <ac:graphicFrameMkLst>
            <pc:docMk/>
            <pc:sldMk cId="1294641140" sldId="264"/>
            <ac:graphicFrameMk id="6" creationId="{A0FB3B8E-B0FF-4FD2-65F2-E5A1AF6C831D}"/>
          </ac:graphicFrameMkLst>
        </pc:graphicFrameChg>
      </pc:sldChg>
      <pc:sldChg chg="modSp mod">
        <pc:chgData name="Jamal Mohideen" userId="9f7119b2b872dfae" providerId="LiveId" clId="{5064D230-894A-4EC8-8069-0547253AD2A6}" dt="2026-08-16T05:56:49.107" v="118" actId="27636"/>
        <pc:sldMkLst>
          <pc:docMk/>
          <pc:sldMk cId="2458601885" sldId="275"/>
        </pc:sldMkLst>
        <pc:spChg chg="mod">
          <ac:chgData name="Jamal Mohideen" userId="9f7119b2b872dfae" providerId="LiveId" clId="{5064D230-894A-4EC8-8069-0547253AD2A6}" dt="2026-08-16T05:56:49.107" v="118" actId="27636"/>
          <ac:spMkLst>
            <pc:docMk/>
            <pc:sldMk cId="2458601885" sldId="275"/>
            <ac:spMk id="3" creationId="{D0A1861F-5BF9-7118-C3CF-0B674462D945}"/>
          </ac:spMkLst>
        </pc:spChg>
      </pc:sldChg>
      <pc:sldChg chg="addSp delSp modSp mod">
        <pc:chgData name="Jamal Mohideen" userId="9f7119b2b872dfae" providerId="LiveId" clId="{5064D230-894A-4EC8-8069-0547253AD2A6}" dt="2026-08-16T06:13:31.504" v="291" actId="14100"/>
        <pc:sldMkLst>
          <pc:docMk/>
          <pc:sldMk cId="1455491477" sldId="278"/>
        </pc:sldMkLst>
        <pc:spChg chg="mod">
          <ac:chgData name="Jamal Mohideen" userId="9f7119b2b872dfae" providerId="LiveId" clId="{5064D230-894A-4EC8-8069-0547253AD2A6}" dt="2026-08-16T06:08:15.475" v="254" actId="20577"/>
          <ac:spMkLst>
            <pc:docMk/>
            <pc:sldMk cId="1455491477" sldId="278"/>
            <ac:spMk id="2" creationId="{6EB011BE-34F2-B3AC-9B4B-A39E50B5F945}"/>
          </ac:spMkLst>
        </pc:spChg>
        <pc:graphicFrameChg chg="add del modGraphic">
          <ac:chgData name="Jamal Mohideen" userId="9f7119b2b872dfae" providerId="LiveId" clId="{5064D230-894A-4EC8-8069-0547253AD2A6}" dt="2026-08-16T06:08:36.956" v="256" actId="1032"/>
          <ac:graphicFrameMkLst>
            <pc:docMk/>
            <pc:sldMk cId="1455491477" sldId="278"/>
            <ac:graphicFrameMk id="3" creationId="{90E821E7-49FC-1DA5-AE5B-E679C5C08CD2}"/>
          </ac:graphicFrameMkLst>
        </pc:graphicFrameChg>
        <pc:graphicFrameChg chg="add del mod modGraphic">
          <ac:chgData name="Jamal Mohideen" userId="9f7119b2b872dfae" providerId="LiveId" clId="{5064D230-894A-4EC8-8069-0547253AD2A6}" dt="2026-08-16T06:08:06.482" v="242" actId="21"/>
          <ac:graphicFrameMkLst>
            <pc:docMk/>
            <pc:sldMk cId="1455491477" sldId="278"/>
            <ac:graphicFrameMk id="7" creationId="{A4F731E0-B4BD-DFF5-E19D-08C030F3F30F}"/>
          </ac:graphicFrameMkLst>
        </pc:graphicFrameChg>
        <pc:graphicFrameChg chg="add del mod modGraphic">
          <ac:chgData name="Jamal Mohideen" userId="9f7119b2b872dfae" providerId="LiveId" clId="{5064D230-894A-4EC8-8069-0547253AD2A6}" dt="2026-08-16T06:13:31.504" v="291" actId="14100"/>
          <ac:graphicFrameMkLst>
            <pc:docMk/>
            <pc:sldMk cId="1455491477" sldId="278"/>
            <ac:graphicFrameMk id="9" creationId="{124EBEFD-A591-883E-62A4-81DA64CC78C5}"/>
          </ac:graphicFrameMkLst>
        </pc:graphicFrameChg>
      </pc:sldChg>
      <pc:sldChg chg="modSp mod">
        <pc:chgData name="Jamal Mohideen" userId="9f7119b2b872dfae" providerId="LiveId" clId="{5064D230-894A-4EC8-8069-0547253AD2A6}" dt="2026-08-16T05:54:12.637" v="73" actId="255"/>
        <pc:sldMkLst>
          <pc:docMk/>
          <pc:sldMk cId="2817511800" sldId="290"/>
        </pc:sldMkLst>
        <pc:spChg chg="mod">
          <ac:chgData name="Jamal Mohideen" userId="9f7119b2b872dfae" providerId="LiveId" clId="{5064D230-894A-4EC8-8069-0547253AD2A6}" dt="2026-08-16T05:54:12.637" v="73" actId="255"/>
          <ac:spMkLst>
            <pc:docMk/>
            <pc:sldMk cId="2817511800" sldId="290"/>
            <ac:spMk id="3" creationId="{A79CD52E-6E5B-067F-7D2B-A31C17302B17}"/>
          </ac:spMkLst>
        </pc:spChg>
      </pc:sldChg>
      <pc:sldChg chg="modSp mod">
        <pc:chgData name="Jamal Mohideen" userId="9f7119b2b872dfae" providerId="LiveId" clId="{5064D230-894A-4EC8-8069-0547253AD2A6}" dt="2026-08-16T05:56:32.327" v="115" actId="255"/>
        <pc:sldMkLst>
          <pc:docMk/>
          <pc:sldMk cId="2224177653" sldId="291"/>
        </pc:sldMkLst>
        <pc:spChg chg="mod">
          <ac:chgData name="Jamal Mohideen" userId="9f7119b2b872dfae" providerId="LiveId" clId="{5064D230-894A-4EC8-8069-0547253AD2A6}" dt="2026-08-16T05:56:32.327" v="115" actId="255"/>
          <ac:spMkLst>
            <pc:docMk/>
            <pc:sldMk cId="2224177653" sldId="291"/>
            <ac:spMk id="3" creationId="{C1C7659C-91A5-7970-1659-B32E7A202F96}"/>
          </ac:spMkLst>
        </pc:spChg>
      </pc:sldChg>
      <pc:sldChg chg="modSp mod">
        <pc:chgData name="Jamal Mohideen" userId="9f7119b2b872dfae" providerId="LiveId" clId="{5064D230-894A-4EC8-8069-0547253AD2A6}" dt="2026-08-16T05:56:43.496" v="116" actId="404"/>
        <pc:sldMkLst>
          <pc:docMk/>
          <pc:sldMk cId="462135251" sldId="292"/>
        </pc:sldMkLst>
        <pc:spChg chg="mod">
          <ac:chgData name="Jamal Mohideen" userId="9f7119b2b872dfae" providerId="LiveId" clId="{5064D230-894A-4EC8-8069-0547253AD2A6}" dt="2026-08-16T05:56:43.496" v="116" actId="404"/>
          <ac:spMkLst>
            <pc:docMk/>
            <pc:sldMk cId="462135251" sldId="292"/>
            <ac:spMk id="3" creationId="{9F763345-F3CB-88F6-0855-2DA9C9AF5649}"/>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CFF555C-72AB-4C2F-826E-7E555EA0334C}" type="doc">
      <dgm:prSet loTypeId="urn:microsoft.com/office/officeart/2024/layout/BulletTimelineInverted" loCatId="process" qsTypeId="urn:microsoft.com/office/officeart/2005/8/quickstyle/simple1" qsCatId="simple" csTypeId="urn:microsoft.com/office/officeart/2005/8/colors/accent1_2" csCatId="accent1" phldr="1"/>
      <dgm:spPr/>
      <dgm:t>
        <a:bodyPr/>
        <a:lstStyle/>
        <a:p>
          <a:endParaRPr lang="en-IN"/>
        </a:p>
      </dgm:t>
    </dgm:pt>
    <dgm:pt modelId="{58BA6182-743D-4E5A-AC11-848B78BC68B9}">
      <dgm:prSet phldrT="Add an event"/>
      <dgm:spPr/>
      <dgm:t>
        <a:bodyPr/>
        <a:lstStyle/>
        <a:p>
          <a:pPr>
            <a:defRPr b="1"/>
          </a:pPr>
          <a:r>
            <a:rPr lang="en-IN" dirty="0"/>
            <a:t>User Document (PDF/Image/Text)</a:t>
          </a:r>
        </a:p>
      </dgm:t>
    </dgm:pt>
    <dgm:pt modelId="{1F040669-3123-4872-9681-8889CEE8EF79}" type="parTrans" cxnId="{9347B2BC-965C-4812-8547-9A7AD26F1409}">
      <dgm:prSet/>
      <dgm:spPr/>
      <dgm:t>
        <a:bodyPr/>
        <a:lstStyle/>
        <a:p>
          <a:endParaRPr lang="en-IN"/>
        </a:p>
      </dgm:t>
    </dgm:pt>
    <dgm:pt modelId="{05843381-33F3-4E86-B877-CF0E1F75CE40}" type="sibTrans" cxnId="{9347B2BC-965C-4812-8547-9A7AD26F1409}">
      <dgm:prSet/>
      <dgm:spPr/>
      <dgm:t>
        <a:bodyPr/>
        <a:lstStyle/>
        <a:p>
          <a:endParaRPr lang="en-IN"/>
        </a:p>
      </dgm:t>
    </dgm:pt>
    <dgm:pt modelId="{9E4083AD-BFB4-4913-BE78-5DFA0E70B3ED}">
      <dgm:prSet phldrT="Add an event"/>
      <dgm:spPr/>
      <dgm:t>
        <a:bodyPr/>
        <a:lstStyle/>
        <a:p>
          <a:pPr>
            <a:defRPr b="1"/>
          </a:pPr>
          <a:r>
            <a:rPr lang="en-IN" dirty="0"/>
            <a:t>OCR &amp; Text Extractor</a:t>
          </a:r>
        </a:p>
      </dgm:t>
    </dgm:pt>
    <dgm:pt modelId="{6A367DB1-B832-492D-B201-6121F55A2173}" type="parTrans" cxnId="{815E9C58-1168-4603-B389-9C7A24AA7079}">
      <dgm:prSet/>
      <dgm:spPr/>
      <dgm:t>
        <a:bodyPr/>
        <a:lstStyle/>
        <a:p>
          <a:endParaRPr lang="en-IN"/>
        </a:p>
      </dgm:t>
    </dgm:pt>
    <dgm:pt modelId="{F7244A8B-1475-4657-902E-D938CA7C2E34}" type="sibTrans" cxnId="{815E9C58-1168-4603-B389-9C7A24AA7079}">
      <dgm:prSet/>
      <dgm:spPr/>
      <dgm:t>
        <a:bodyPr/>
        <a:lstStyle/>
        <a:p>
          <a:endParaRPr lang="en-IN"/>
        </a:p>
      </dgm:t>
    </dgm:pt>
    <dgm:pt modelId="{FE129711-3F8B-4538-BF85-79D5A629AC67}">
      <dgm:prSet phldrT="Add an event"/>
      <dgm:spPr/>
      <dgm:t>
        <a:bodyPr/>
        <a:lstStyle/>
        <a:p>
          <a:pPr>
            <a:defRPr b="1"/>
          </a:pPr>
          <a:r>
            <a:rPr lang="en-IN" dirty="0"/>
            <a:t>Language Detection &amp; NLP Preprocessing</a:t>
          </a:r>
        </a:p>
      </dgm:t>
    </dgm:pt>
    <dgm:pt modelId="{7D6142EA-6D4A-486B-8A63-EF6326FB46EB}" type="parTrans" cxnId="{4C7F36B9-15BD-4ED5-8185-60897A2B23B1}">
      <dgm:prSet/>
      <dgm:spPr/>
      <dgm:t>
        <a:bodyPr/>
        <a:lstStyle/>
        <a:p>
          <a:endParaRPr lang="en-IN"/>
        </a:p>
      </dgm:t>
    </dgm:pt>
    <dgm:pt modelId="{28DD1E59-1632-4462-A993-EAA53C98393E}" type="sibTrans" cxnId="{4C7F36B9-15BD-4ED5-8185-60897A2B23B1}">
      <dgm:prSet/>
      <dgm:spPr/>
      <dgm:t>
        <a:bodyPr/>
        <a:lstStyle/>
        <a:p>
          <a:endParaRPr lang="en-IN"/>
        </a:p>
      </dgm:t>
    </dgm:pt>
    <dgm:pt modelId="{8BB13E5C-3A11-4BAD-ABBE-F8C86043CB2A}">
      <dgm:prSet phldrT="Add an event"/>
      <dgm:spPr/>
      <dgm:t>
        <a:bodyPr/>
        <a:lstStyle/>
        <a:p>
          <a:pPr>
            <a:defRPr b="1"/>
          </a:pPr>
          <a:r>
            <a:rPr lang="en-IN" dirty="0"/>
            <a:t>Error Detection (Grammar/Spelling)</a:t>
          </a:r>
        </a:p>
      </dgm:t>
    </dgm:pt>
    <dgm:pt modelId="{3875DD0E-FCDB-4DDF-AB3B-698B5AACBE3D}" type="parTrans" cxnId="{740B51CB-CAEC-4040-BE6B-4F824F069A43}">
      <dgm:prSet/>
      <dgm:spPr/>
      <dgm:t>
        <a:bodyPr/>
        <a:lstStyle/>
        <a:p>
          <a:endParaRPr lang="en-IN"/>
        </a:p>
      </dgm:t>
    </dgm:pt>
    <dgm:pt modelId="{ED9DE42B-7AE3-49BE-B2B6-45795C8641A8}" type="sibTrans" cxnId="{740B51CB-CAEC-4040-BE6B-4F824F069A43}">
      <dgm:prSet/>
      <dgm:spPr/>
      <dgm:t>
        <a:bodyPr/>
        <a:lstStyle/>
        <a:p>
          <a:endParaRPr lang="en-IN"/>
        </a:p>
      </dgm:t>
    </dgm:pt>
    <dgm:pt modelId="{D0723CAB-E53E-4F1A-8BD0-0C0403440099}">
      <dgm:prSet phldrT="Add an event"/>
      <dgm:spPr/>
      <dgm:t>
        <a:bodyPr/>
        <a:lstStyle/>
        <a:p>
          <a:pPr>
            <a:defRPr b="1"/>
          </a:pPr>
          <a:r>
            <a:rPr lang="en-IN" dirty="0"/>
            <a:t>Plagiarism Engine Similarity Check</a:t>
          </a:r>
        </a:p>
      </dgm:t>
    </dgm:pt>
    <dgm:pt modelId="{CA115905-B397-413B-8534-34475EA9DFBD}" type="parTrans" cxnId="{813BF160-B035-4BB6-A1A6-10728F788931}">
      <dgm:prSet/>
      <dgm:spPr/>
      <dgm:t>
        <a:bodyPr/>
        <a:lstStyle/>
        <a:p>
          <a:endParaRPr lang="en-IN"/>
        </a:p>
      </dgm:t>
    </dgm:pt>
    <dgm:pt modelId="{68AA3D52-592F-4A6D-A97E-A2CD84C16A53}" type="sibTrans" cxnId="{813BF160-B035-4BB6-A1A6-10728F788931}">
      <dgm:prSet/>
      <dgm:spPr/>
      <dgm:t>
        <a:bodyPr/>
        <a:lstStyle/>
        <a:p>
          <a:endParaRPr lang="en-IN"/>
        </a:p>
      </dgm:t>
    </dgm:pt>
    <dgm:pt modelId="{E1BD6683-1A76-4B89-9B19-A6F5CE16CC1F}">
      <dgm:prSet phldrT="Add an event"/>
      <dgm:spPr/>
      <dgm:t>
        <a:bodyPr/>
        <a:lstStyle/>
        <a:p>
          <a:pPr>
            <a:defRPr b="1"/>
          </a:pPr>
          <a:r>
            <a:rPr lang="en-IN" dirty="0"/>
            <a:t>Report Generation  &amp; Visualization </a:t>
          </a:r>
        </a:p>
      </dgm:t>
    </dgm:pt>
    <dgm:pt modelId="{DC12A465-0DEB-4BDD-83FF-D7D17A682B26}" type="parTrans" cxnId="{96D7DFA6-945B-4A5C-AEB4-879D28D810B5}">
      <dgm:prSet/>
      <dgm:spPr/>
      <dgm:t>
        <a:bodyPr/>
        <a:lstStyle/>
        <a:p>
          <a:endParaRPr lang="en-IN"/>
        </a:p>
      </dgm:t>
    </dgm:pt>
    <dgm:pt modelId="{896E9A33-4436-40A7-9413-878410E5CACF}" type="sibTrans" cxnId="{96D7DFA6-945B-4A5C-AEB4-879D28D810B5}">
      <dgm:prSet/>
      <dgm:spPr/>
      <dgm:t>
        <a:bodyPr/>
        <a:lstStyle/>
        <a:p>
          <a:endParaRPr lang="en-IN"/>
        </a:p>
      </dgm:t>
    </dgm:pt>
    <dgm:pt modelId="{EBF83583-94D5-4EC1-88E1-2057BC040544}">
      <dgm:prSet phldrT="Add an event"/>
      <dgm:spPr/>
      <dgm:t>
        <a:bodyPr/>
        <a:lstStyle/>
        <a:p>
          <a:pPr>
            <a:defRPr b="1"/>
          </a:pPr>
          <a:r>
            <a:rPr lang="en-US" dirty="0"/>
            <a:t>Final Analysis    Report (PDF/HTML)</a:t>
          </a:r>
          <a:endParaRPr lang="en-IN" dirty="0"/>
        </a:p>
      </dgm:t>
    </dgm:pt>
    <dgm:pt modelId="{0F837BE4-2F4C-41CE-B4DC-BFA003C6F363}" type="parTrans" cxnId="{C34F87F8-0F6B-4850-B6F8-BA6178D74ECF}">
      <dgm:prSet/>
      <dgm:spPr/>
      <dgm:t>
        <a:bodyPr/>
        <a:lstStyle/>
        <a:p>
          <a:endParaRPr lang="en-IN"/>
        </a:p>
      </dgm:t>
    </dgm:pt>
    <dgm:pt modelId="{04925B59-D855-4BD7-BDBA-AB2BD76CD260}" type="sibTrans" cxnId="{C34F87F8-0F6B-4850-B6F8-BA6178D74ECF}">
      <dgm:prSet/>
      <dgm:spPr/>
      <dgm:t>
        <a:bodyPr/>
        <a:lstStyle/>
        <a:p>
          <a:endParaRPr lang="en-IN"/>
        </a:p>
      </dgm:t>
    </dgm:pt>
    <dgm:pt modelId="{E52B1B93-C302-49B5-92E8-66363BB5F011}" type="pres">
      <dgm:prSet presAssocID="{ECFF555C-72AB-4C2F-826E-7E555EA0334C}" presName="root" presStyleCnt="0">
        <dgm:presLayoutVars>
          <dgm:dir/>
          <dgm:animLvl val="lvl"/>
        </dgm:presLayoutVars>
      </dgm:prSet>
      <dgm:spPr/>
    </dgm:pt>
    <dgm:pt modelId="{E66C70C9-98C8-46BD-98D7-09892937C8F2}" type="pres">
      <dgm:prSet presAssocID="{ECFF555C-72AB-4C2F-826E-7E555EA0334C}" presName="divider" presStyleCnt="0"/>
      <dgm:spPr/>
    </dgm:pt>
    <dgm:pt modelId="{E43352A5-DFEA-4460-8539-8B5762630BE4}" type="pres">
      <dgm:prSet presAssocID="{ECFF555C-72AB-4C2F-826E-7E555EA0334C}" presName="rectBar" presStyleLbl="dkBgShp" presStyleIdx="0" presStyleCnt="9"/>
      <dgm:spPr>
        <a:gradFill rotWithShape="0">
          <a:gsLst>
            <a:gs pos="0">
              <a:schemeClr val="accent1">
                <a:tint val="76000"/>
              </a:schemeClr>
            </a:gs>
            <a:gs pos="100000">
              <a:schemeClr val="accent1">
                <a:tint val="76000"/>
              </a:schemeClr>
            </a:gs>
          </a:gsLst>
          <a:lin ang="0" scaled="0"/>
        </a:gradFill>
        <a:ln>
          <a:noFill/>
        </a:ln>
        <a:effectLst/>
      </dgm:spPr>
    </dgm:pt>
    <dgm:pt modelId="{E5491077-D56B-4C4B-B17D-911A0654DCEB}" type="pres">
      <dgm:prSet presAssocID="{ECFF555C-72AB-4C2F-826E-7E555EA0334C}" presName="chevronArrow" presStyleLbl="dkBgShp" presStyleIdx="1" presStyleCnt="9"/>
      <dgm:spPr>
        <a:gradFill rotWithShape="0">
          <a:gsLst>
            <a:gs pos="0">
              <a:schemeClr val="accent1">
                <a:tint val="76000"/>
              </a:schemeClr>
            </a:gs>
            <a:gs pos="100000">
              <a:schemeClr val="accent1">
                <a:tint val="76000"/>
              </a:schemeClr>
            </a:gs>
          </a:gsLst>
          <a:lin ang="0" scaled="0"/>
        </a:gradFill>
        <a:ln>
          <a:noFill/>
        </a:ln>
        <a:effectLst/>
      </dgm:spPr>
    </dgm:pt>
    <dgm:pt modelId="{3BAE8B30-C02F-40BC-8123-13F1BBCB672C}" type="pres">
      <dgm:prSet presAssocID="{ECFF555C-72AB-4C2F-826E-7E555EA0334C}" presName="nodes" presStyleCnt="0">
        <dgm:presLayoutVars>
          <dgm:chMax/>
          <dgm:chPref/>
          <dgm:animLvl val="lvl"/>
        </dgm:presLayoutVars>
      </dgm:prSet>
      <dgm:spPr/>
    </dgm:pt>
    <dgm:pt modelId="{1EC7F9DB-E61E-49FE-AD33-E082A1CD8855}" type="pres">
      <dgm:prSet presAssocID="{58BA6182-743D-4E5A-AC11-848B78BC68B9}" presName="composite" presStyleCnt="0"/>
      <dgm:spPr/>
    </dgm:pt>
    <dgm:pt modelId="{8A1A1753-0FA3-4942-B134-C47CDA24299B}" type="pres">
      <dgm:prSet presAssocID="{58BA6182-743D-4E5A-AC11-848B78BC68B9}" presName="DropPinPlaceHolder" presStyleCnt="0"/>
      <dgm:spPr/>
    </dgm:pt>
    <dgm:pt modelId="{3E20AF48-C3ED-42A3-AB4B-C2D69CBCD39E}" type="pres">
      <dgm:prSet presAssocID="{58BA6182-743D-4E5A-AC11-848B78BC68B9}" presName="DropPin" presStyleLbl="alignNode1" presStyleIdx="0" presStyleCnt="7"/>
      <dgm:spPr/>
    </dgm:pt>
    <dgm:pt modelId="{AE510947-F01B-4EBB-B11D-DE464948039B}" type="pres">
      <dgm:prSet presAssocID="{58BA6182-743D-4E5A-AC11-848B78BC68B9}" presName="Ellipse" presStyleLbl="fgAcc1" presStyleIdx="0" presStyleCnt="7"/>
      <dgm:spPr/>
    </dgm:pt>
    <dgm:pt modelId="{C7AA1AFA-53EC-464A-B9D6-FDC6805B58A0}" type="pres">
      <dgm:prSet presAssocID="{58BA6182-743D-4E5A-AC11-848B78BC68B9}" presName="L2TextContainer" presStyleLbl="revTx" presStyleIdx="0" presStyleCnt="14">
        <dgm:presLayoutVars>
          <dgm:bulletEnabled val="1"/>
        </dgm:presLayoutVars>
      </dgm:prSet>
      <dgm:spPr/>
    </dgm:pt>
    <dgm:pt modelId="{7A954018-5B89-4361-8845-01A203ACC9A1}" type="pres">
      <dgm:prSet presAssocID="{58BA6182-743D-4E5A-AC11-848B78BC68B9}" presName="L1TextContainer" presStyleLbl="revTx" presStyleIdx="1" presStyleCnt="14">
        <dgm:presLayoutVars>
          <dgm:chMax val="1"/>
          <dgm:chPref val="1"/>
          <dgm:bulletEnabled val="1"/>
        </dgm:presLayoutVars>
      </dgm:prSet>
      <dgm:spPr/>
    </dgm:pt>
    <dgm:pt modelId="{0559175E-587E-4B58-B8AD-1007799A525F}" type="pres">
      <dgm:prSet presAssocID="{58BA6182-743D-4E5A-AC11-848B78BC68B9}" presName="ConnectLine" presStyleLbl="dkBgShp" presStyleIdx="2" presStyleCnt="9"/>
      <dgm:spPr/>
    </dgm:pt>
    <dgm:pt modelId="{70211BCC-213B-44BC-A05F-4066123E849E}" type="pres">
      <dgm:prSet presAssocID="{58BA6182-743D-4E5A-AC11-848B78BC68B9}" presName="ConnectorPoint" presStyleCnt="0"/>
      <dgm:spPr/>
    </dgm:pt>
    <dgm:pt modelId="{58EAC5A1-331C-425A-9AF7-A21114048BD1}" type="pres">
      <dgm:prSet presAssocID="{58BA6182-743D-4E5A-AC11-848B78BC68B9}" presName="Bullet" presStyleLbl="lnNode1" presStyleIdx="0" presStyleCnt="7"/>
      <dgm:spPr/>
    </dgm:pt>
    <dgm:pt modelId="{C41F267A-BF7B-4DB2-930B-246F194856DD}" type="pres">
      <dgm:prSet presAssocID="{58BA6182-743D-4E5A-AC11-848B78BC68B9}" presName="EmptyPlaceHolder" presStyleCnt="0"/>
      <dgm:spPr/>
    </dgm:pt>
    <dgm:pt modelId="{99A4F18C-EBD3-4C45-B395-D795F2277843}" type="pres">
      <dgm:prSet presAssocID="{05843381-33F3-4E86-B877-CF0E1F75CE40}" presName="spaceBetweenRectangles" presStyleCnt="0"/>
      <dgm:spPr/>
    </dgm:pt>
    <dgm:pt modelId="{AB20405A-505A-48BA-8674-31EEFCFFA4DF}" type="pres">
      <dgm:prSet presAssocID="{9E4083AD-BFB4-4913-BE78-5DFA0E70B3ED}" presName="composite" presStyleCnt="0"/>
      <dgm:spPr/>
    </dgm:pt>
    <dgm:pt modelId="{94439DAD-7FDA-4DDC-A0B7-7D4E5A9A5A35}" type="pres">
      <dgm:prSet presAssocID="{9E4083AD-BFB4-4913-BE78-5DFA0E70B3ED}" presName="DropPinPlaceHolder" presStyleCnt="0"/>
      <dgm:spPr/>
    </dgm:pt>
    <dgm:pt modelId="{F41FB7C3-16C4-40C8-B54B-1CD5AC620CA3}" type="pres">
      <dgm:prSet presAssocID="{9E4083AD-BFB4-4913-BE78-5DFA0E70B3ED}" presName="DropPin" presStyleLbl="alignNode1" presStyleIdx="1" presStyleCnt="7"/>
      <dgm:spPr/>
    </dgm:pt>
    <dgm:pt modelId="{A0532C2C-4546-4BD9-A171-54FB0D7B3D65}" type="pres">
      <dgm:prSet presAssocID="{9E4083AD-BFB4-4913-BE78-5DFA0E70B3ED}" presName="Ellipse" presStyleLbl="fgAcc1" presStyleIdx="1" presStyleCnt="7"/>
      <dgm:spPr/>
    </dgm:pt>
    <dgm:pt modelId="{73BD1BF1-A401-4F0A-86B6-F09667735636}" type="pres">
      <dgm:prSet presAssocID="{9E4083AD-BFB4-4913-BE78-5DFA0E70B3ED}" presName="L2TextContainer" presStyleLbl="revTx" presStyleIdx="2" presStyleCnt="14">
        <dgm:presLayoutVars>
          <dgm:bulletEnabled val="1"/>
        </dgm:presLayoutVars>
      </dgm:prSet>
      <dgm:spPr/>
    </dgm:pt>
    <dgm:pt modelId="{4A1E0589-D3F2-42A0-825D-23CCE1A061C9}" type="pres">
      <dgm:prSet presAssocID="{9E4083AD-BFB4-4913-BE78-5DFA0E70B3ED}" presName="L1TextContainer" presStyleLbl="revTx" presStyleIdx="3" presStyleCnt="14">
        <dgm:presLayoutVars>
          <dgm:chMax val="1"/>
          <dgm:chPref val="1"/>
          <dgm:bulletEnabled val="1"/>
        </dgm:presLayoutVars>
      </dgm:prSet>
      <dgm:spPr/>
    </dgm:pt>
    <dgm:pt modelId="{01B3B1B5-0B8E-4C79-8D06-38EBE4550D7D}" type="pres">
      <dgm:prSet presAssocID="{9E4083AD-BFB4-4913-BE78-5DFA0E70B3ED}" presName="ConnectLine" presStyleLbl="dkBgShp" presStyleIdx="3" presStyleCnt="9"/>
      <dgm:spPr/>
    </dgm:pt>
    <dgm:pt modelId="{FE36E20D-1ED2-43DA-B1D4-2C2EDE77ED24}" type="pres">
      <dgm:prSet presAssocID="{9E4083AD-BFB4-4913-BE78-5DFA0E70B3ED}" presName="ConnectorPoint" presStyleCnt="0"/>
      <dgm:spPr/>
    </dgm:pt>
    <dgm:pt modelId="{5BA51B72-6127-4FCE-9051-CF981974D5D8}" type="pres">
      <dgm:prSet presAssocID="{9E4083AD-BFB4-4913-BE78-5DFA0E70B3ED}" presName="Bullet" presStyleLbl="lnNode1" presStyleIdx="1" presStyleCnt="7"/>
      <dgm:spPr/>
    </dgm:pt>
    <dgm:pt modelId="{0E9BB262-CD62-4574-854E-84925F0730DA}" type="pres">
      <dgm:prSet presAssocID="{9E4083AD-BFB4-4913-BE78-5DFA0E70B3ED}" presName="EmptyPlaceHolder" presStyleCnt="0"/>
      <dgm:spPr/>
    </dgm:pt>
    <dgm:pt modelId="{331DDDBB-794B-4DAC-9D9C-38F8CAB803F5}" type="pres">
      <dgm:prSet presAssocID="{F7244A8B-1475-4657-902E-D938CA7C2E34}" presName="spaceBetweenRectangles" presStyleCnt="0"/>
      <dgm:spPr/>
    </dgm:pt>
    <dgm:pt modelId="{BE44961C-B7D4-4779-BD4E-69E2720B8D95}" type="pres">
      <dgm:prSet presAssocID="{FE129711-3F8B-4538-BF85-79D5A629AC67}" presName="composite" presStyleCnt="0"/>
      <dgm:spPr/>
    </dgm:pt>
    <dgm:pt modelId="{11541EEB-3C5F-4593-BF90-DDC418BCD007}" type="pres">
      <dgm:prSet presAssocID="{FE129711-3F8B-4538-BF85-79D5A629AC67}" presName="DropPinPlaceHolder" presStyleCnt="0"/>
      <dgm:spPr/>
    </dgm:pt>
    <dgm:pt modelId="{406E9CD5-F14E-4991-A27C-4BD06059D6FD}" type="pres">
      <dgm:prSet presAssocID="{FE129711-3F8B-4538-BF85-79D5A629AC67}" presName="DropPin" presStyleLbl="alignNode1" presStyleIdx="2" presStyleCnt="7"/>
      <dgm:spPr/>
    </dgm:pt>
    <dgm:pt modelId="{BEF05CBD-F20E-4A60-9EF5-0EF642F2B68D}" type="pres">
      <dgm:prSet presAssocID="{FE129711-3F8B-4538-BF85-79D5A629AC67}" presName="Ellipse" presStyleLbl="fgAcc1" presStyleIdx="2" presStyleCnt="7"/>
      <dgm:spPr/>
    </dgm:pt>
    <dgm:pt modelId="{3FE7ABE5-CCE1-4378-9629-8CEE635D54E7}" type="pres">
      <dgm:prSet presAssocID="{FE129711-3F8B-4538-BF85-79D5A629AC67}" presName="L2TextContainer" presStyleLbl="revTx" presStyleIdx="4" presStyleCnt="14">
        <dgm:presLayoutVars>
          <dgm:bulletEnabled val="1"/>
        </dgm:presLayoutVars>
      </dgm:prSet>
      <dgm:spPr/>
    </dgm:pt>
    <dgm:pt modelId="{ECFD23F5-5F39-4489-ABF1-E91E8F10E691}" type="pres">
      <dgm:prSet presAssocID="{FE129711-3F8B-4538-BF85-79D5A629AC67}" presName="L1TextContainer" presStyleLbl="revTx" presStyleIdx="5" presStyleCnt="14">
        <dgm:presLayoutVars>
          <dgm:chMax val="1"/>
          <dgm:chPref val="1"/>
          <dgm:bulletEnabled val="1"/>
        </dgm:presLayoutVars>
      </dgm:prSet>
      <dgm:spPr/>
    </dgm:pt>
    <dgm:pt modelId="{0D55AE88-9490-4C68-8670-91288A36F6AC}" type="pres">
      <dgm:prSet presAssocID="{FE129711-3F8B-4538-BF85-79D5A629AC67}" presName="ConnectLine" presStyleLbl="dkBgShp" presStyleIdx="4" presStyleCnt="9"/>
      <dgm:spPr/>
    </dgm:pt>
    <dgm:pt modelId="{DFAC7E98-8915-45A0-BE56-8D9171E2B073}" type="pres">
      <dgm:prSet presAssocID="{FE129711-3F8B-4538-BF85-79D5A629AC67}" presName="ConnectorPoint" presStyleCnt="0"/>
      <dgm:spPr/>
    </dgm:pt>
    <dgm:pt modelId="{F18DD568-3E4B-4951-90D1-BDAFAA2BBE4D}" type="pres">
      <dgm:prSet presAssocID="{FE129711-3F8B-4538-BF85-79D5A629AC67}" presName="Bullet" presStyleLbl="lnNode1" presStyleIdx="2" presStyleCnt="7"/>
      <dgm:spPr/>
    </dgm:pt>
    <dgm:pt modelId="{F80EAE9D-749D-42CF-B4A9-0843689B9F64}" type="pres">
      <dgm:prSet presAssocID="{FE129711-3F8B-4538-BF85-79D5A629AC67}" presName="EmptyPlaceHolder" presStyleCnt="0"/>
      <dgm:spPr/>
    </dgm:pt>
    <dgm:pt modelId="{7A18154D-3AB4-416E-8FD5-5BE11CA39873}" type="pres">
      <dgm:prSet presAssocID="{28DD1E59-1632-4462-A993-EAA53C98393E}" presName="spaceBetweenRectangles" presStyleCnt="0"/>
      <dgm:spPr/>
    </dgm:pt>
    <dgm:pt modelId="{1FD8EB03-DF91-4E3A-AF89-C9D807F69C65}" type="pres">
      <dgm:prSet presAssocID="{8BB13E5C-3A11-4BAD-ABBE-F8C86043CB2A}" presName="composite" presStyleCnt="0"/>
      <dgm:spPr/>
    </dgm:pt>
    <dgm:pt modelId="{DDBA2090-17D1-4560-B157-2C25B1501987}" type="pres">
      <dgm:prSet presAssocID="{8BB13E5C-3A11-4BAD-ABBE-F8C86043CB2A}" presName="DropPinPlaceHolder" presStyleCnt="0"/>
      <dgm:spPr/>
    </dgm:pt>
    <dgm:pt modelId="{6C7E1C86-B8D6-4FE9-B1DB-36D2FEECA424}" type="pres">
      <dgm:prSet presAssocID="{8BB13E5C-3A11-4BAD-ABBE-F8C86043CB2A}" presName="DropPin" presStyleLbl="alignNode1" presStyleIdx="3" presStyleCnt="7"/>
      <dgm:spPr/>
    </dgm:pt>
    <dgm:pt modelId="{8F5CE425-E378-47EA-A9C9-522F78B73C61}" type="pres">
      <dgm:prSet presAssocID="{8BB13E5C-3A11-4BAD-ABBE-F8C86043CB2A}" presName="Ellipse" presStyleLbl="fgAcc1" presStyleIdx="3" presStyleCnt="7"/>
      <dgm:spPr/>
    </dgm:pt>
    <dgm:pt modelId="{F8352074-1837-4AD7-A56E-019E68D004BD}" type="pres">
      <dgm:prSet presAssocID="{8BB13E5C-3A11-4BAD-ABBE-F8C86043CB2A}" presName="L2TextContainer" presStyleLbl="revTx" presStyleIdx="6" presStyleCnt="14">
        <dgm:presLayoutVars>
          <dgm:bulletEnabled val="1"/>
        </dgm:presLayoutVars>
      </dgm:prSet>
      <dgm:spPr/>
    </dgm:pt>
    <dgm:pt modelId="{B6686DD0-DC04-4268-A3C0-7CCC0CC4C9CA}" type="pres">
      <dgm:prSet presAssocID="{8BB13E5C-3A11-4BAD-ABBE-F8C86043CB2A}" presName="L1TextContainer" presStyleLbl="revTx" presStyleIdx="7" presStyleCnt="14">
        <dgm:presLayoutVars>
          <dgm:chMax val="1"/>
          <dgm:chPref val="1"/>
          <dgm:bulletEnabled val="1"/>
        </dgm:presLayoutVars>
      </dgm:prSet>
      <dgm:spPr/>
    </dgm:pt>
    <dgm:pt modelId="{7158B1F8-9C2C-41C9-91B5-E1D6F29E27D2}" type="pres">
      <dgm:prSet presAssocID="{8BB13E5C-3A11-4BAD-ABBE-F8C86043CB2A}" presName="ConnectLine" presStyleLbl="dkBgShp" presStyleIdx="5" presStyleCnt="9"/>
      <dgm:spPr/>
    </dgm:pt>
    <dgm:pt modelId="{4D9A25EA-F139-4FEC-8C35-7EDEFDB3474F}" type="pres">
      <dgm:prSet presAssocID="{8BB13E5C-3A11-4BAD-ABBE-F8C86043CB2A}" presName="ConnectorPoint" presStyleCnt="0"/>
      <dgm:spPr/>
    </dgm:pt>
    <dgm:pt modelId="{31B4DB9C-DADC-4FA1-A0D0-F9CB10ED01B4}" type="pres">
      <dgm:prSet presAssocID="{8BB13E5C-3A11-4BAD-ABBE-F8C86043CB2A}" presName="Bullet" presStyleLbl="lnNode1" presStyleIdx="3" presStyleCnt="7"/>
      <dgm:spPr/>
    </dgm:pt>
    <dgm:pt modelId="{A7B30817-0A58-4F16-B4DF-0CEFC3F88325}" type="pres">
      <dgm:prSet presAssocID="{8BB13E5C-3A11-4BAD-ABBE-F8C86043CB2A}" presName="EmptyPlaceHolder" presStyleCnt="0"/>
      <dgm:spPr/>
    </dgm:pt>
    <dgm:pt modelId="{B8073D46-E91F-4A00-AE3C-96CE469A5F7A}" type="pres">
      <dgm:prSet presAssocID="{ED9DE42B-7AE3-49BE-B2B6-45795C8641A8}" presName="spaceBetweenRectangles" presStyleCnt="0"/>
      <dgm:spPr/>
    </dgm:pt>
    <dgm:pt modelId="{1DEC4C58-FD46-4763-8F4F-7ECFDE8318B5}" type="pres">
      <dgm:prSet presAssocID="{D0723CAB-E53E-4F1A-8BD0-0C0403440099}" presName="composite" presStyleCnt="0"/>
      <dgm:spPr/>
    </dgm:pt>
    <dgm:pt modelId="{3A17D7AC-0767-45B8-AF1E-8717E2DE3172}" type="pres">
      <dgm:prSet presAssocID="{D0723CAB-E53E-4F1A-8BD0-0C0403440099}" presName="DropPinPlaceHolder" presStyleCnt="0"/>
      <dgm:spPr/>
    </dgm:pt>
    <dgm:pt modelId="{749D9C92-3F7E-40E9-8604-46208D8E27AF}" type="pres">
      <dgm:prSet presAssocID="{D0723CAB-E53E-4F1A-8BD0-0C0403440099}" presName="DropPin" presStyleLbl="alignNode1" presStyleIdx="4" presStyleCnt="7"/>
      <dgm:spPr/>
    </dgm:pt>
    <dgm:pt modelId="{99A1F549-9C10-41DF-B271-7B490F415204}" type="pres">
      <dgm:prSet presAssocID="{D0723CAB-E53E-4F1A-8BD0-0C0403440099}" presName="Ellipse" presStyleLbl="fgAcc1" presStyleIdx="4" presStyleCnt="7"/>
      <dgm:spPr/>
    </dgm:pt>
    <dgm:pt modelId="{BF5B34B6-DF0E-440C-A477-843775B4FE12}" type="pres">
      <dgm:prSet presAssocID="{D0723CAB-E53E-4F1A-8BD0-0C0403440099}" presName="L2TextContainer" presStyleLbl="revTx" presStyleIdx="8" presStyleCnt="14">
        <dgm:presLayoutVars>
          <dgm:bulletEnabled val="1"/>
        </dgm:presLayoutVars>
      </dgm:prSet>
      <dgm:spPr/>
    </dgm:pt>
    <dgm:pt modelId="{469BE388-3E5C-4E42-B0D2-ECF53A67691B}" type="pres">
      <dgm:prSet presAssocID="{D0723CAB-E53E-4F1A-8BD0-0C0403440099}" presName="L1TextContainer" presStyleLbl="revTx" presStyleIdx="9" presStyleCnt="14">
        <dgm:presLayoutVars>
          <dgm:chMax val="1"/>
          <dgm:chPref val="1"/>
          <dgm:bulletEnabled val="1"/>
        </dgm:presLayoutVars>
      </dgm:prSet>
      <dgm:spPr/>
    </dgm:pt>
    <dgm:pt modelId="{969F7C61-231D-426B-B2F6-01EEA732A91E}" type="pres">
      <dgm:prSet presAssocID="{D0723CAB-E53E-4F1A-8BD0-0C0403440099}" presName="ConnectLine" presStyleLbl="dkBgShp" presStyleIdx="6" presStyleCnt="9"/>
      <dgm:spPr/>
    </dgm:pt>
    <dgm:pt modelId="{BA8F8A87-9592-433D-B3CB-65CE3811155B}" type="pres">
      <dgm:prSet presAssocID="{D0723CAB-E53E-4F1A-8BD0-0C0403440099}" presName="ConnectorPoint" presStyleCnt="0"/>
      <dgm:spPr/>
    </dgm:pt>
    <dgm:pt modelId="{C1513541-ECDC-473B-8913-DDC933B1D751}" type="pres">
      <dgm:prSet presAssocID="{D0723CAB-E53E-4F1A-8BD0-0C0403440099}" presName="Bullet" presStyleLbl="lnNode1" presStyleIdx="4" presStyleCnt="7"/>
      <dgm:spPr/>
    </dgm:pt>
    <dgm:pt modelId="{AB772300-2CAD-4064-883C-2BD3EE035042}" type="pres">
      <dgm:prSet presAssocID="{D0723CAB-E53E-4F1A-8BD0-0C0403440099}" presName="EmptyPlaceHolder" presStyleCnt="0"/>
      <dgm:spPr/>
    </dgm:pt>
    <dgm:pt modelId="{657EBDD8-92AD-4827-9FE3-AEC4EE4D6571}" type="pres">
      <dgm:prSet presAssocID="{68AA3D52-592F-4A6D-A97E-A2CD84C16A53}" presName="spaceBetweenRectangles" presStyleCnt="0"/>
      <dgm:spPr/>
    </dgm:pt>
    <dgm:pt modelId="{2AB315B5-D903-47E7-B0EA-7C603F9D3587}" type="pres">
      <dgm:prSet presAssocID="{E1BD6683-1A76-4B89-9B19-A6F5CE16CC1F}" presName="composite" presStyleCnt="0"/>
      <dgm:spPr/>
    </dgm:pt>
    <dgm:pt modelId="{CB8F4891-7F4A-418A-8D7B-08B1D604E8B9}" type="pres">
      <dgm:prSet presAssocID="{E1BD6683-1A76-4B89-9B19-A6F5CE16CC1F}" presName="DropPinPlaceHolder" presStyleCnt="0"/>
      <dgm:spPr/>
    </dgm:pt>
    <dgm:pt modelId="{74CE0EFA-550D-4B75-BB9E-26191E4FCE40}" type="pres">
      <dgm:prSet presAssocID="{E1BD6683-1A76-4B89-9B19-A6F5CE16CC1F}" presName="DropPin" presStyleLbl="alignNode1" presStyleIdx="5" presStyleCnt="7"/>
      <dgm:spPr/>
    </dgm:pt>
    <dgm:pt modelId="{ACC9B3EC-4C05-45D5-A44A-DC5EB082823C}" type="pres">
      <dgm:prSet presAssocID="{E1BD6683-1A76-4B89-9B19-A6F5CE16CC1F}" presName="Ellipse" presStyleLbl="fgAcc1" presStyleIdx="5" presStyleCnt="7"/>
      <dgm:spPr/>
    </dgm:pt>
    <dgm:pt modelId="{F7666955-2A88-44AC-8D18-C7EC7974C9AC}" type="pres">
      <dgm:prSet presAssocID="{E1BD6683-1A76-4B89-9B19-A6F5CE16CC1F}" presName="L2TextContainer" presStyleLbl="revTx" presStyleIdx="10" presStyleCnt="14">
        <dgm:presLayoutVars>
          <dgm:bulletEnabled val="1"/>
        </dgm:presLayoutVars>
      </dgm:prSet>
      <dgm:spPr/>
    </dgm:pt>
    <dgm:pt modelId="{1845E6BD-6B28-4178-9DDE-BDC232FBA88E}" type="pres">
      <dgm:prSet presAssocID="{E1BD6683-1A76-4B89-9B19-A6F5CE16CC1F}" presName="L1TextContainer" presStyleLbl="revTx" presStyleIdx="11" presStyleCnt="14">
        <dgm:presLayoutVars>
          <dgm:chMax val="1"/>
          <dgm:chPref val="1"/>
          <dgm:bulletEnabled val="1"/>
        </dgm:presLayoutVars>
      </dgm:prSet>
      <dgm:spPr/>
    </dgm:pt>
    <dgm:pt modelId="{43B83DFA-5046-44DB-B989-281B14734F81}" type="pres">
      <dgm:prSet presAssocID="{E1BD6683-1A76-4B89-9B19-A6F5CE16CC1F}" presName="ConnectLine" presStyleLbl="dkBgShp" presStyleIdx="7" presStyleCnt="9"/>
      <dgm:spPr/>
    </dgm:pt>
    <dgm:pt modelId="{8C72A65D-BAFC-4A21-9C88-4FC47BF0D930}" type="pres">
      <dgm:prSet presAssocID="{E1BD6683-1A76-4B89-9B19-A6F5CE16CC1F}" presName="ConnectorPoint" presStyleCnt="0"/>
      <dgm:spPr/>
    </dgm:pt>
    <dgm:pt modelId="{18FC5D6F-8F05-45EF-B297-F857DC694996}" type="pres">
      <dgm:prSet presAssocID="{E1BD6683-1A76-4B89-9B19-A6F5CE16CC1F}" presName="Bullet" presStyleLbl="lnNode1" presStyleIdx="5" presStyleCnt="7"/>
      <dgm:spPr/>
    </dgm:pt>
    <dgm:pt modelId="{A580264C-DD92-4D79-B0F8-6405ADA5B857}" type="pres">
      <dgm:prSet presAssocID="{E1BD6683-1A76-4B89-9B19-A6F5CE16CC1F}" presName="EmptyPlaceHolder" presStyleCnt="0"/>
      <dgm:spPr/>
    </dgm:pt>
    <dgm:pt modelId="{CA2CFBA0-4524-4DE9-AD6B-AFA44766667D}" type="pres">
      <dgm:prSet presAssocID="{896E9A33-4436-40A7-9413-878410E5CACF}" presName="spaceBetweenRectangles" presStyleCnt="0"/>
      <dgm:spPr/>
    </dgm:pt>
    <dgm:pt modelId="{923382CB-085F-4AA4-937F-0EFD8056962F}" type="pres">
      <dgm:prSet presAssocID="{EBF83583-94D5-4EC1-88E1-2057BC040544}" presName="composite" presStyleCnt="0"/>
      <dgm:spPr/>
    </dgm:pt>
    <dgm:pt modelId="{4A856A17-72BD-4F7B-A47B-48A336C30AF6}" type="pres">
      <dgm:prSet presAssocID="{EBF83583-94D5-4EC1-88E1-2057BC040544}" presName="DropPinPlaceHolder" presStyleCnt="0"/>
      <dgm:spPr/>
    </dgm:pt>
    <dgm:pt modelId="{4AA901BF-5CE7-4A74-AA09-0BF424ED2E07}" type="pres">
      <dgm:prSet presAssocID="{EBF83583-94D5-4EC1-88E1-2057BC040544}" presName="DropPin" presStyleLbl="alignNode1" presStyleIdx="6" presStyleCnt="7"/>
      <dgm:spPr/>
    </dgm:pt>
    <dgm:pt modelId="{0E316273-0DCA-4E3C-A1A9-9E84BCC01CE7}" type="pres">
      <dgm:prSet presAssocID="{EBF83583-94D5-4EC1-88E1-2057BC040544}" presName="Ellipse" presStyleLbl="fgAcc1" presStyleIdx="6" presStyleCnt="7"/>
      <dgm:spPr/>
    </dgm:pt>
    <dgm:pt modelId="{B76A0FEF-342F-44DC-AF1D-6B55AC00D0F1}" type="pres">
      <dgm:prSet presAssocID="{EBF83583-94D5-4EC1-88E1-2057BC040544}" presName="L2TextContainer" presStyleLbl="revTx" presStyleIdx="12" presStyleCnt="14">
        <dgm:presLayoutVars>
          <dgm:bulletEnabled val="1"/>
        </dgm:presLayoutVars>
      </dgm:prSet>
      <dgm:spPr/>
    </dgm:pt>
    <dgm:pt modelId="{7642913D-1956-4E1F-86F4-2679464688E0}" type="pres">
      <dgm:prSet presAssocID="{EBF83583-94D5-4EC1-88E1-2057BC040544}" presName="L1TextContainer" presStyleLbl="revTx" presStyleIdx="13" presStyleCnt="14">
        <dgm:presLayoutVars>
          <dgm:chMax val="1"/>
          <dgm:chPref val="1"/>
          <dgm:bulletEnabled val="1"/>
        </dgm:presLayoutVars>
      </dgm:prSet>
      <dgm:spPr/>
    </dgm:pt>
    <dgm:pt modelId="{A13718F1-EAC1-45BE-A170-DFC59BB2B372}" type="pres">
      <dgm:prSet presAssocID="{EBF83583-94D5-4EC1-88E1-2057BC040544}" presName="ConnectLine" presStyleLbl="dkBgShp" presStyleIdx="8" presStyleCnt="9"/>
      <dgm:spPr/>
    </dgm:pt>
    <dgm:pt modelId="{510E5D03-91A1-4235-A72B-41399D9DBAFA}" type="pres">
      <dgm:prSet presAssocID="{EBF83583-94D5-4EC1-88E1-2057BC040544}" presName="ConnectorPoint" presStyleCnt="0"/>
      <dgm:spPr/>
    </dgm:pt>
    <dgm:pt modelId="{F4B6F235-4B63-4530-B6AF-F23FC7CA9485}" type="pres">
      <dgm:prSet presAssocID="{EBF83583-94D5-4EC1-88E1-2057BC040544}" presName="Bullet" presStyleLbl="lnNode1" presStyleIdx="6" presStyleCnt="7"/>
      <dgm:spPr/>
    </dgm:pt>
    <dgm:pt modelId="{F89B7EA8-37FA-4058-818B-38FD54C6252E}" type="pres">
      <dgm:prSet presAssocID="{EBF83583-94D5-4EC1-88E1-2057BC040544}" presName="EmptyPlaceHolder" presStyleCnt="0"/>
      <dgm:spPr/>
    </dgm:pt>
  </dgm:ptLst>
  <dgm:cxnLst>
    <dgm:cxn modelId="{C6F98E1A-C640-44EF-97BD-4BA70FA6E146}" type="presOf" srcId="{E1BD6683-1A76-4B89-9B19-A6F5CE16CC1F}" destId="{1845E6BD-6B28-4178-9DDE-BDC232FBA88E}" srcOrd="0" destOrd="0" presId="urn:microsoft.com/office/officeart/2024/layout/BulletTimelineInverted"/>
    <dgm:cxn modelId="{5B9D1729-EE8D-4408-AE5C-D530411BBAAA}" type="presOf" srcId="{D0723CAB-E53E-4F1A-8BD0-0C0403440099}" destId="{469BE388-3E5C-4E42-B0D2-ECF53A67691B}" srcOrd="0" destOrd="0" presId="urn:microsoft.com/office/officeart/2024/layout/BulletTimelineInverted"/>
    <dgm:cxn modelId="{813BF160-B035-4BB6-A1A6-10728F788931}" srcId="{ECFF555C-72AB-4C2F-826E-7E555EA0334C}" destId="{D0723CAB-E53E-4F1A-8BD0-0C0403440099}" srcOrd="4" destOrd="0" parTransId="{CA115905-B397-413B-8534-34475EA9DFBD}" sibTransId="{68AA3D52-592F-4A6D-A97E-A2CD84C16A53}"/>
    <dgm:cxn modelId="{618C056C-3E00-471C-9FBA-FEC67512E47E}" type="presOf" srcId="{FE129711-3F8B-4538-BF85-79D5A629AC67}" destId="{ECFD23F5-5F39-4489-ABF1-E91E8F10E691}" srcOrd="0" destOrd="0" presId="urn:microsoft.com/office/officeart/2024/layout/BulletTimelineInverted"/>
    <dgm:cxn modelId="{815E9C58-1168-4603-B389-9C7A24AA7079}" srcId="{ECFF555C-72AB-4C2F-826E-7E555EA0334C}" destId="{9E4083AD-BFB4-4913-BE78-5DFA0E70B3ED}" srcOrd="1" destOrd="0" parTransId="{6A367DB1-B832-492D-B201-6121F55A2173}" sibTransId="{F7244A8B-1475-4657-902E-D938CA7C2E34}"/>
    <dgm:cxn modelId="{CC4B8192-6D7B-489A-A039-D5BC77A0F93C}" type="presOf" srcId="{ECFF555C-72AB-4C2F-826E-7E555EA0334C}" destId="{E52B1B93-C302-49B5-92E8-66363BB5F011}" srcOrd="0" destOrd="0" presId="urn:microsoft.com/office/officeart/2024/layout/BulletTimelineInverted"/>
    <dgm:cxn modelId="{FC9F71A6-F161-4412-9104-81F2D21CF0B4}" type="presOf" srcId="{58BA6182-743D-4E5A-AC11-848B78BC68B9}" destId="{7A954018-5B89-4361-8845-01A203ACC9A1}" srcOrd="0" destOrd="0" presId="urn:microsoft.com/office/officeart/2024/layout/BulletTimelineInverted"/>
    <dgm:cxn modelId="{96D7DFA6-945B-4A5C-AEB4-879D28D810B5}" srcId="{ECFF555C-72AB-4C2F-826E-7E555EA0334C}" destId="{E1BD6683-1A76-4B89-9B19-A6F5CE16CC1F}" srcOrd="5" destOrd="0" parTransId="{DC12A465-0DEB-4BDD-83FF-D7D17A682B26}" sibTransId="{896E9A33-4436-40A7-9413-878410E5CACF}"/>
    <dgm:cxn modelId="{4C7F36B9-15BD-4ED5-8185-60897A2B23B1}" srcId="{ECFF555C-72AB-4C2F-826E-7E555EA0334C}" destId="{FE129711-3F8B-4538-BF85-79D5A629AC67}" srcOrd="2" destOrd="0" parTransId="{7D6142EA-6D4A-486B-8A63-EF6326FB46EB}" sibTransId="{28DD1E59-1632-4462-A993-EAA53C98393E}"/>
    <dgm:cxn modelId="{9347B2BC-965C-4812-8547-9A7AD26F1409}" srcId="{ECFF555C-72AB-4C2F-826E-7E555EA0334C}" destId="{58BA6182-743D-4E5A-AC11-848B78BC68B9}" srcOrd="0" destOrd="0" parTransId="{1F040669-3123-4872-9681-8889CEE8EF79}" sibTransId="{05843381-33F3-4E86-B877-CF0E1F75CE40}"/>
    <dgm:cxn modelId="{740B51CB-CAEC-4040-BE6B-4F824F069A43}" srcId="{ECFF555C-72AB-4C2F-826E-7E555EA0334C}" destId="{8BB13E5C-3A11-4BAD-ABBE-F8C86043CB2A}" srcOrd="3" destOrd="0" parTransId="{3875DD0E-FCDB-4DDF-AB3B-698B5AACBE3D}" sibTransId="{ED9DE42B-7AE3-49BE-B2B6-45795C8641A8}"/>
    <dgm:cxn modelId="{D7CCE4CE-AB04-4627-B133-499C6938AFAD}" type="presOf" srcId="{9E4083AD-BFB4-4913-BE78-5DFA0E70B3ED}" destId="{4A1E0589-D3F2-42A0-825D-23CCE1A061C9}" srcOrd="0" destOrd="0" presId="urn:microsoft.com/office/officeart/2024/layout/BulletTimelineInverted"/>
    <dgm:cxn modelId="{1A5F73E0-9D43-4A9B-AAE5-31BAC29266A1}" type="presOf" srcId="{8BB13E5C-3A11-4BAD-ABBE-F8C86043CB2A}" destId="{B6686DD0-DC04-4268-A3C0-7CCC0CC4C9CA}" srcOrd="0" destOrd="0" presId="urn:microsoft.com/office/officeart/2024/layout/BulletTimelineInverted"/>
    <dgm:cxn modelId="{C34F87F8-0F6B-4850-B6F8-BA6178D74ECF}" srcId="{ECFF555C-72AB-4C2F-826E-7E555EA0334C}" destId="{EBF83583-94D5-4EC1-88E1-2057BC040544}" srcOrd="6" destOrd="0" parTransId="{0F837BE4-2F4C-41CE-B4DC-BFA003C6F363}" sibTransId="{04925B59-D855-4BD7-BDBA-AB2BD76CD260}"/>
    <dgm:cxn modelId="{5C2272FA-A84F-42DC-9E1B-9CB16CEC9D3B}" type="presOf" srcId="{EBF83583-94D5-4EC1-88E1-2057BC040544}" destId="{7642913D-1956-4E1F-86F4-2679464688E0}" srcOrd="0" destOrd="0" presId="urn:microsoft.com/office/officeart/2024/layout/BulletTimelineInverted"/>
    <dgm:cxn modelId="{24AEF8E7-6C57-4995-9F75-C793954CF91C}" type="presParOf" srcId="{E52B1B93-C302-49B5-92E8-66363BB5F011}" destId="{E66C70C9-98C8-46BD-98D7-09892937C8F2}" srcOrd="0" destOrd="0" presId="urn:microsoft.com/office/officeart/2024/layout/BulletTimelineInverted"/>
    <dgm:cxn modelId="{76AA5997-269D-4E2B-A176-B0B9D7AD6FD2}" type="presParOf" srcId="{E66C70C9-98C8-46BD-98D7-09892937C8F2}" destId="{E43352A5-DFEA-4460-8539-8B5762630BE4}" srcOrd="0" destOrd="0" presId="urn:microsoft.com/office/officeart/2024/layout/BulletTimelineInverted"/>
    <dgm:cxn modelId="{8E035EEB-44E8-4454-B640-C5EFFF71B2A0}" type="presParOf" srcId="{E66C70C9-98C8-46BD-98D7-09892937C8F2}" destId="{E5491077-D56B-4C4B-B17D-911A0654DCEB}" srcOrd="1" destOrd="0" presId="urn:microsoft.com/office/officeart/2024/layout/BulletTimelineInverted"/>
    <dgm:cxn modelId="{734AE212-AFC4-4727-845D-55CC0977DA8E}" type="presParOf" srcId="{E52B1B93-C302-49B5-92E8-66363BB5F011}" destId="{3BAE8B30-C02F-40BC-8123-13F1BBCB672C}" srcOrd="1" destOrd="0" presId="urn:microsoft.com/office/officeart/2024/layout/BulletTimelineInverted"/>
    <dgm:cxn modelId="{A0CDCF2E-62E4-4747-91CD-F3323986F980}" type="presParOf" srcId="{3BAE8B30-C02F-40BC-8123-13F1BBCB672C}" destId="{1EC7F9DB-E61E-49FE-AD33-E082A1CD8855}" srcOrd="0" destOrd="0" presId="urn:microsoft.com/office/officeart/2024/layout/BulletTimelineInverted"/>
    <dgm:cxn modelId="{2F85EB0D-ABA5-478D-9D40-51C3B31689BC}" type="presParOf" srcId="{1EC7F9DB-E61E-49FE-AD33-E082A1CD8855}" destId="{8A1A1753-0FA3-4942-B134-C47CDA24299B}" srcOrd="0" destOrd="0" presId="urn:microsoft.com/office/officeart/2024/layout/BulletTimelineInverted"/>
    <dgm:cxn modelId="{105DE28E-2374-43F2-8601-70A7881B12DA}" type="presParOf" srcId="{8A1A1753-0FA3-4942-B134-C47CDA24299B}" destId="{3E20AF48-C3ED-42A3-AB4B-C2D69CBCD39E}" srcOrd="0" destOrd="0" presId="urn:microsoft.com/office/officeart/2024/layout/BulletTimelineInverted"/>
    <dgm:cxn modelId="{2D81135C-E7FF-451D-9DFC-9491D5E35EC0}" type="presParOf" srcId="{8A1A1753-0FA3-4942-B134-C47CDA24299B}" destId="{AE510947-F01B-4EBB-B11D-DE464948039B}" srcOrd="1" destOrd="0" presId="urn:microsoft.com/office/officeart/2024/layout/BulletTimelineInverted"/>
    <dgm:cxn modelId="{C909C82F-392F-4AF3-A451-307CE3B773BD}" type="presParOf" srcId="{1EC7F9DB-E61E-49FE-AD33-E082A1CD8855}" destId="{C7AA1AFA-53EC-464A-B9D6-FDC6805B58A0}" srcOrd="1" destOrd="0" presId="urn:microsoft.com/office/officeart/2024/layout/BulletTimelineInverted"/>
    <dgm:cxn modelId="{3435334B-3E31-46C1-A73D-C5951BF70052}" type="presParOf" srcId="{1EC7F9DB-E61E-49FE-AD33-E082A1CD8855}" destId="{7A954018-5B89-4361-8845-01A203ACC9A1}" srcOrd="2" destOrd="0" presId="urn:microsoft.com/office/officeart/2024/layout/BulletTimelineInverted"/>
    <dgm:cxn modelId="{6CE864F7-7219-45A3-9029-B0775A1BB58D}" type="presParOf" srcId="{1EC7F9DB-E61E-49FE-AD33-E082A1CD8855}" destId="{0559175E-587E-4B58-B8AD-1007799A525F}" srcOrd="3" destOrd="0" presId="urn:microsoft.com/office/officeart/2024/layout/BulletTimelineInverted"/>
    <dgm:cxn modelId="{E6D45921-237C-4F96-92F7-909C0F59D9C2}" type="presParOf" srcId="{1EC7F9DB-E61E-49FE-AD33-E082A1CD8855}" destId="{70211BCC-213B-44BC-A05F-4066123E849E}" srcOrd="4" destOrd="0" presId="urn:microsoft.com/office/officeart/2024/layout/BulletTimelineInverted"/>
    <dgm:cxn modelId="{746E9CF8-1E7A-4BCF-B0E1-544D214694F3}" type="presParOf" srcId="{70211BCC-213B-44BC-A05F-4066123E849E}" destId="{58EAC5A1-331C-425A-9AF7-A21114048BD1}" srcOrd="0" destOrd="0" presId="urn:microsoft.com/office/officeart/2024/layout/BulletTimelineInverted"/>
    <dgm:cxn modelId="{500368FF-C9CF-424E-AAD2-FCE0E668A159}" type="presParOf" srcId="{1EC7F9DB-E61E-49FE-AD33-E082A1CD8855}" destId="{C41F267A-BF7B-4DB2-930B-246F194856DD}" srcOrd="5" destOrd="0" presId="urn:microsoft.com/office/officeart/2024/layout/BulletTimelineInverted"/>
    <dgm:cxn modelId="{E26E1FC5-DF16-4BD7-AC66-349A5A03D2E8}" type="presParOf" srcId="{3BAE8B30-C02F-40BC-8123-13F1BBCB672C}" destId="{99A4F18C-EBD3-4C45-B395-D795F2277843}" srcOrd="1" destOrd="0" presId="urn:microsoft.com/office/officeart/2024/layout/BulletTimelineInverted"/>
    <dgm:cxn modelId="{A3D34B11-E952-4627-B102-550FE12DB731}" type="presParOf" srcId="{3BAE8B30-C02F-40BC-8123-13F1BBCB672C}" destId="{AB20405A-505A-48BA-8674-31EEFCFFA4DF}" srcOrd="2" destOrd="0" presId="urn:microsoft.com/office/officeart/2024/layout/BulletTimelineInverted"/>
    <dgm:cxn modelId="{7D2C4331-7778-4563-AFFA-C4E1B29BCB01}" type="presParOf" srcId="{AB20405A-505A-48BA-8674-31EEFCFFA4DF}" destId="{94439DAD-7FDA-4DDC-A0B7-7D4E5A9A5A35}" srcOrd="0" destOrd="0" presId="urn:microsoft.com/office/officeart/2024/layout/BulletTimelineInverted"/>
    <dgm:cxn modelId="{4AA5EF6E-2AF6-4678-AE6D-071A27192E7C}" type="presParOf" srcId="{94439DAD-7FDA-4DDC-A0B7-7D4E5A9A5A35}" destId="{F41FB7C3-16C4-40C8-B54B-1CD5AC620CA3}" srcOrd="0" destOrd="0" presId="urn:microsoft.com/office/officeart/2024/layout/BulletTimelineInverted"/>
    <dgm:cxn modelId="{0E78FF96-4D2B-4822-95E8-079AB37B25C6}" type="presParOf" srcId="{94439DAD-7FDA-4DDC-A0B7-7D4E5A9A5A35}" destId="{A0532C2C-4546-4BD9-A171-54FB0D7B3D65}" srcOrd="1" destOrd="0" presId="urn:microsoft.com/office/officeart/2024/layout/BulletTimelineInverted"/>
    <dgm:cxn modelId="{FBB5E857-FDAF-4210-95DA-F34C620030DE}" type="presParOf" srcId="{AB20405A-505A-48BA-8674-31EEFCFFA4DF}" destId="{73BD1BF1-A401-4F0A-86B6-F09667735636}" srcOrd="1" destOrd="0" presId="urn:microsoft.com/office/officeart/2024/layout/BulletTimelineInverted"/>
    <dgm:cxn modelId="{8B09F2B7-60F8-4670-AA00-DF9B00DFA986}" type="presParOf" srcId="{AB20405A-505A-48BA-8674-31EEFCFFA4DF}" destId="{4A1E0589-D3F2-42A0-825D-23CCE1A061C9}" srcOrd="2" destOrd="0" presId="urn:microsoft.com/office/officeart/2024/layout/BulletTimelineInverted"/>
    <dgm:cxn modelId="{7589B4EC-4D93-470C-AB8A-7A203CE3DBDD}" type="presParOf" srcId="{AB20405A-505A-48BA-8674-31EEFCFFA4DF}" destId="{01B3B1B5-0B8E-4C79-8D06-38EBE4550D7D}" srcOrd="3" destOrd="0" presId="urn:microsoft.com/office/officeart/2024/layout/BulletTimelineInverted"/>
    <dgm:cxn modelId="{0977A69C-20A9-4251-A796-65DD266532BB}" type="presParOf" srcId="{AB20405A-505A-48BA-8674-31EEFCFFA4DF}" destId="{FE36E20D-1ED2-43DA-B1D4-2C2EDE77ED24}" srcOrd="4" destOrd="0" presId="urn:microsoft.com/office/officeart/2024/layout/BulletTimelineInverted"/>
    <dgm:cxn modelId="{30C85DD2-D506-470E-B2A6-BD03BC24A08E}" type="presParOf" srcId="{FE36E20D-1ED2-43DA-B1D4-2C2EDE77ED24}" destId="{5BA51B72-6127-4FCE-9051-CF981974D5D8}" srcOrd="0" destOrd="0" presId="urn:microsoft.com/office/officeart/2024/layout/BulletTimelineInverted"/>
    <dgm:cxn modelId="{1E39FD91-2FF0-4B30-B1F8-3E091580DAB0}" type="presParOf" srcId="{AB20405A-505A-48BA-8674-31EEFCFFA4DF}" destId="{0E9BB262-CD62-4574-854E-84925F0730DA}" srcOrd="5" destOrd="0" presId="urn:microsoft.com/office/officeart/2024/layout/BulletTimelineInverted"/>
    <dgm:cxn modelId="{9B4E64F5-A77B-4FEF-878B-2106FF3D524C}" type="presParOf" srcId="{3BAE8B30-C02F-40BC-8123-13F1BBCB672C}" destId="{331DDDBB-794B-4DAC-9D9C-38F8CAB803F5}" srcOrd="3" destOrd="0" presId="urn:microsoft.com/office/officeart/2024/layout/BulletTimelineInverted"/>
    <dgm:cxn modelId="{DCB6D125-565E-44DC-841D-97E8F7E7F09C}" type="presParOf" srcId="{3BAE8B30-C02F-40BC-8123-13F1BBCB672C}" destId="{BE44961C-B7D4-4779-BD4E-69E2720B8D95}" srcOrd="4" destOrd="0" presId="urn:microsoft.com/office/officeart/2024/layout/BulletTimelineInverted"/>
    <dgm:cxn modelId="{CAE22852-2847-403E-B548-35064EB96802}" type="presParOf" srcId="{BE44961C-B7D4-4779-BD4E-69E2720B8D95}" destId="{11541EEB-3C5F-4593-BF90-DDC418BCD007}" srcOrd="0" destOrd="0" presId="urn:microsoft.com/office/officeart/2024/layout/BulletTimelineInverted"/>
    <dgm:cxn modelId="{0B7E19AC-3E53-4F28-BE09-102245A40CB9}" type="presParOf" srcId="{11541EEB-3C5F-4593-BF90-DDC418BCD007}" destId="{406E9CD5-F14E-4991-A27C-4BD06059D6FD}" srcOrd="0" destOrd="0" presId="urn:microsoft.com/office/officeart/2024/layout/BulletTimelineInverted"/>
    <dgm:cxn modelId="{5C232A00-8177-4F64-8D03-99BDBE2B668B}" type="presParOf" srcId="{11541EEB-3C5F-4593-BF90-DDC418BCD007}" destId="{BEF05CBD-F20E-4A60-9EF5-0EF642F2B68D}" srcOrd="1" destOrd="0" presId="urn:microsoft.com/office/officeart/2024/layout/BulletTimelineInverted"/>
    <dgm:cxn modelId="{09844E0D-BCAE-45B5-BF41-90198879254E}" type="presParOf" srcId="{BE44961C-B7D4-4779-BD4E-69E2720B8D95}" destId="{3FE7ABE5-CCE1-4378-9629-8CEE635D54E7}" srcOrd="1" destOrd="0" presId="urn:microsoft.com/office/officeart/2024/layout/BulletTimelineInverted"/>
    <dgm:cxn modelId="{26C23FEF-87A1-49BE-943B-9BB9D12FFE56}" type="presParOf" srcId="{BE44961C-B7D4-4779-BD4E-69E2720B8D95}" destId="{ECFD23F5-5F39-4489-ABF1-E91E8F10E691}" srcOrd="2" destOrd="0" presId="urn:microsoft.com/office/officeart/2024/layout/BulletTimelineInverted"/>
    <dgm:cxn modelId="{1A585324-1F4E-4621-83C1-DE0F7291BAC6}" type="presParOf" srcId="{BE44961C-B7D4-4779-BD4E-69E2720B8D95}" destId="{0D55AE88-9490-4C68-8670-91288A36F6AC}" srcOrd="3" destOrd="0" presId="urn:microsoft.com/office/officeart/2024/layout/BulletTimelineInverted"/>
    <dgm:cxn modelId="{4AFA8766-B677-43BE-9E47-12B95ADB80CD}" type="presParOf" srcId="{BE44961C-B7D4-4779-BD4E-69E2720B8D95}" destId="{DFAC7E98-8915-45A0-BE56-8D9171E2B073}" srcOrd="4" destOrd="0" presId="urn:microsoft.com/office/officeart/2024/layout/BulletTimelineInverted"/>
    <dgm:cxn modelId="{5346BAF4-C6C6-42B2-B34F-4CE4EE50077C}" type="presParOf" srcId="{DFAC7E98-8915-45A0-BE56-8D9171E2B073}" destId="{F18DD568-3E4B-4951-90D1-BDAFAA2BBE4D}" srcOrd="0" destOrd="0" presId="urn:microsoft.com/office/officeart/2024/layout/BulletTimelineInverted"/>
    <dgm:cxn modelId="{C9CB3DA9-E92E-4B26-A9ED-C6FF9792C178}" type="presParOf" srcId="{BE44961C-B7D4-4779-BD4E-69E2720B8D95}" destId="{F80EAE9D-749D-42CF-B4A9-0843689B9F64}" srcOrd="5" destOrd="0" presId="urn:microsoft.com/office/officeart/2024/layout/BulletTimelineInverted"/>
    <dgm:cxn modelId="{A1386AF3-65E7-4FB2-A025-CD47379BB0A3}" type="presParOf" srcId="{3BAE8B30-C02F-40BC-8123-13F1BBCB672C}" destId="{7A18154D-3AB4-416E-8FD5-5BE11CA39873}" srcOrd="5" destOrd="0" presId="urn:microsoft.com/office/officeart/2024/layout/BulletTimelineInverted"/>
    <dgm:cxn modelId="{A842556F-23C1-4513-ACC4-C0C293DF9754}" type="presParOf" srcId="{3BAE8B30-C02F-40BC-8123-13F1BBCB672C}" destId="{1FD8EB03-DF91-4E3A-AF89-C9D807F69C65}" srcOrd="6" destOrd="0" presId="urn:microsoft.com/office/officeart/2024/layout/BulletTimelineInverted"/>
    <dgm:cxn modelId="{2BBEB550-3A57-4E1E-A3F1-9A3E4EA59CE5}" type="presParOf" srcId="{1FD8EB03-DF91-4E3A-AF89-C9D807F69C65}" destId="{DDBA2090-17D1-4560-B157-2C25B1501987}" srcOrd="0" destOrd="0" presId="urn:microsoft.com/office/officeart/2024/layout/BulletTimelineInverted"/>
    <dgm:cxn modelId="{C01F91A2-D16C-4ED2-98D8-CD8F880E0D10}" type="presParOf" srcId="{DDBA2090-17D1-4560-B157-2C25B1501987}" destId="{6C7E1C86-B8D6-4FE9-B1DB-36D2FEECA424}" srcOrd="0" destOrd="0" presId="urn:microsoft.com/office/officeart/2024/layout/BulletTimelineInverted"/>
    <dgm:cxn modelId="{AEDF3EE7-35B8-478C-AC3D-AEE9FAA245EB}" type="presParOf" srcId="{DDBA2090-17D1-4560-B157-2C25B1501987}" destId="{8F5CE425-E378-47EA-A9C9-522F78B73C61}" srcOrd="1" destOrd="0" presId="urn:microsoft.com/office/officeart/2024/layout/BulletTimelineInverted"/>
    <dgm:cxn modelId="{B37C2180-DB5C-4166-BBAD-C7ADD799E7A9}" type="presParOf" srcId="{1FD8EB03-DF91-4E3A-AF89-C9D807F69C65}" destId="{F8352074-1837-4AD7-A56E-019E68D004BD}" srcOrd="1" destOrd="0" presId="urn:microsoft.com/office/officeart/2024/layout/BulletTimelineInverted"/>
    <dgm:cxn modelId="{BBFDC399-5E97-44FE-97A7-9689518E5161}" type="presParOf" srcId="{1FD8EB03-DF91-4E3A-AF89-C9D807F69C65}" destId="{B6686DD0-DC04-4268-A3C0-7CCC0CC4C9CA}" srcOrd="2" destOrd="0" presId="urn:microsoft.com/office/officeart/2024/layout/BulletTimelineInverted"/>
    <dgm:cxn modelId="{96AEFEC1-C314-48C4-AC10-0394060F52E0}" type="presParOf" srcId="{1FD8EB03-DF91-4E3A-AF89-C9D807F69C65}" destId="{7158B1F8-9C2C-41C9-91B5-E1D6F29E27D2}" srcOrd="3" destOrd="0" presId="urn:microsoft.com/office/officeart/2024/layout/BulletTimelineInverted"/>
    <dgm:cxn modelId="{6FBCF524-2A2D-43EE-A59D-8410BBE1EFE7}" type="presParOf" srcId="{1FD8EB03-DF91-4E3A-AF89-C9D807F69C65}" destId="{4D9A25EA-F139-4FEC-8C35-7EDEFDB3474F}" srcOrd="4" destOrd="0" presId="urn:microsoft.com/office/officeart/2024/layout/BulletTimelineInverted"/>
    <dgm:cxn modelId="{85AE2A7C-35C4-4E86-A00E-9E5D3F65B7C8}" type="presParOf" srcId="{4D9A25EA-F139-4FEC-8C35-7EDEFDB3474F}" destId="{31B4DB9C-DADC-4FA1-A0D0-F9CB10ED01B4}" srcOrd="0" destOrd="0" presId="urn:microsoft.com/office/officeart/2024/layout/BulletTimelineInverted"/>
    <dgm:cxn modelId="{EA343FDA-72EF-4381-9A5A-DDC1E20186F6}" type="presParOf" srcId="{1FD8EB03-DF91-4E3A-AF89-C9D807F69C65}" destId="{A7B30817-0A58-4F16-B4DF-0CEFC3F88325}" srcOrd="5" destOrd="0" presId="urn:microsoft.com/office/officeart/2024/layout/BulletTimelineInverted"/>
    <dgm:cxn modelId="{2AE6D639-D451-4558-9039-8674EE4F5B4F}" type="presParOf" srcId="{3BAE8B30-C02F-40BC-8123-13F1BBCB672C}" destId="{B8073D46-E91F-4A00-AE3C-96CE469A5F7A}" srcOrd="7" destOrd="0" presId="urn:microsoft.com/office/officeart/2024/layout/BulletTimelineInverted"/>
    <dgm:cxn modelId="{5A08F04C-95B5-4838-A58D-0ECB503BFE83}" type="presParOf" srcId="{3BAE8B30-C02F-40BC-8123-13F1BBCB672C}" destId="{1DEC4C58-FD46-4763-8F4F-7ECFDE8318B5}" srcOrd="8" destOrd="0" presId="urn:microsoft.com/office/officeart/2024/layout/BulletTimelineInverted"/>
    <dgm:cxn modelId="{46419A5F-0FA1-4BC2-986A-5D21834D5927}" type="presParOf" srcId="{1DEC4C58-FD46-4763-8F4F-7ECFDE8318B5}" destId="{3A17D7AC-0767-45B8-AF1E-8717E2DE3172}" srcOrd="0" destOrd="0" presId="urn:microsoft.com/office/officeart/2024/layout/BulletTimelineInverted"/>
    <dgm:cxn modelId="{6D019019-BA51-4B4A-91BA-2F3472286408}" type="presParOf" srcId="{3A17D7AC-0767-45B8-AF1E-8717E2DE3172}" destId="{749D9C92-3F7E-40E9-8604-46208D8E27AF}" srcOrd="0" destOrd="0" presId="urn:microsoft.com/office/officeart/2024/layout/BulletTimelineInverted"/>
    <dgm:cxn modelId="{26D4EB13-A995-4883-B3BB-BF16448FB134}" type="presParOf" srcId="{3A17D7AC-0767-45B8-AF1E-8717E2DE3172}" destId="{99A1F549-9C10-41DF-B271-7B490F415204}" srcOrd="1" destOrd="0" presId="urn:microsoft.com/office/officeart/2024/layout/BulletTimelineInverted"/>
    <dgm:cxn modelId="{D10698E2-2ED5-4F74-99C2-6DBAFB227C0E}" type="presParOf" srcId="{1DEC4C58-FD46-4763-8F4F-7ECFDE8318B5}" destId="{BF5B34B6-DF0E-440C-A477-843775B4FE12}" srcOrd="1" destOrd="0" presId="urn:microsoft.com/office/officeart/2024/layout/BulletTimelineInverted"/>
    <dgm:cxn modelId="{1FA2418D-0521-471A-A2EA-1AA5D14319A0}" type="presParOf" srcId="{1DEC4C58-FD46-4763-8F4F-7ECFDE8318B5}" destId="{469BE388-3E5C-4E42-B0D2-ECF53A67691B}" srcOrd="2" destOrd="0" presId="urn:microsoft.com/office/officeart/2024/layout/BulletTimelineInverted"/>
    <dgm:cxn modelId="{D2E667EB-DA67-4EEF-880C-2E413970B2F9}" type="presParOf" srcId="{1DEC4C58-FD46-4763-8F4F-7ECFDE8318B5}" destId="{969F7C61-231D-426B-B2F6-01EEA732A91E}" srcOrd="3" destOrd="0" presId="urn:microsoft.com/office/officeart/2024/layout/BulletTimelineInverted"/>
    <dgm:cxn modelId="{E5C619C4-4D5F-4838-B4F5-89454B1FECF4}" type="presParOf" srcId="{1DEC4C58-FD46-4763-8F4F-7ECFDE8318B5}" destId="{BA8F8A87-9592-433D-B3CB-65CE3811155B}" srcOrd="4" destOrd="0" presId="urn:microsoft.com/office/officeart/2024/layout/BulletTimelineInverted"/>
    <dgm:cxn modelId="{0A27A63D-D783-4FE8-9A57-413F9C3586F7}" type="presParOf" srcId="{BA8F8A87-9592-433D-B3CB-65CE3811155B}" destId="{C1513541-ECDC-473B-8913-DDC933B1D751}" srcOrd="0" destOrd="0" presId="urn:microsoft.com/office/officeart/2024/layout/BulletTimelineInverted"/>
    <dgm:cxn modelId="{FD175785-CD73-441E-9304-98AF0F043B45}" type="presParOf" srcId="{1DEC4C58-FD46-4763-8F4F-7ECFDE8318B5}" destId="{AB772300-2CAD-4064-883C-2BD3EE035042}" srcOrd="5" destOrd="0" presId="urn:microsoft.com/office/officeart/2024/layout/BulletTimelineInverted"/>
    <dgm:cxn modelId="{E6FBD279-9812-4D04-A796-BD51A25E15E6}" type="presParOf" srcId="{3BAE8B30-C02F-40BC-8123-13F1BBCB672C}" destId="{657EBDD8-92AD-4827-9FE3-AEC4EE4D6571}" srcOrd="9" destOrd="0" presId="urn:microsoft.com/office/officeart/2024/layout/BulletTimelineInverted"/>
    <dgm:cxn modelId="{1DDD11AC-D065-45BC-B344-259A8E8A8AA9}" type="presParOf" srcId="{3BAE8B30-C02F-40BC-8123-13F1BBCB672C}" destId="{2AB315B5-D903-47E7-B0EA-7C603F9D3587}" srcOrd="10" destOrd="0" presId="urn:microsoft.com/office/officeart/2024/layout/BulletTimelineInverted"/>
    <dgm:cxn modelId="{38B4FF0B-FE82-4FB0-8E3F-294051DBD851}" type="presParOf" srcId="{2AB315B5-D903-47E7-B0EA-7C603F9D3587}" destId="{CB8F4891-7F4A-418A-8D7B-08B1D604E8B9}" srcOrd="0" destOrd="0" presId="urn:microsoft.com/office/officeart/2024/layout/BulletTimelineInverted"/>
    <dgm:cxn modelId="{5FA2B81F-97A7-466E-A2A9-65117FCFE94B}" type="presParOf" srcId="{CB8F4891-7F4A-418A-8D7B-08B1D604E8B9}" destId="{74CE0EFA-550D-4B75-BB9E-26191E4FCE40}" srcOrd="0" destOrd="0" presId="urn:microsoft.com/office/officeart/2024/layout/BulletTimelineInverted"/>
    <dgm:cxn modelId="{F0390AB0-5C00-424A-BE22-3A72504B3EC6}" type="presParOf" srcId="{CB8F4891-7F4A-418A-8D7B-08B1D604E8B9}" destId="{ACC9B3EC-4C05-45D5-A44A-DC5EB082823C}" srcOrd="1" destOrd="0" presId="urn:microsoft.com/office/officeart/2024/layout/BulletTimelineInverted"/>
    <dgm:cxn modelId="{CFB18C36-3A34-4ADF-B552-FCDE9009FF98}" type="presParOf" srcId="{2AB315B5-D903-47E7-B0EA-7C603F9D3587}" destId="{F7666955-2A88-44AC-8D18-C7EC7974C9AC}" srcOrd="1" destOrd="0" presId="urn:microsoft.com/office/officeart/2024/layout/BulletTimelineInverted"/>
    <dgm:cxn modelId="{699AB3DC-BB3E-446A-A9D6-3DC921F29A22}" type="presParOf" srcId="{2AB315B5-D903-47E7-B0EA-7C603F9D3587}" destId="{1845E6BD-6B28-4178-9DDE-BDC232FBA88E}" srcOrd="2" destOrd="0" presId="urn:microsoft.com/office/officeart/2024/layout/BulletTimelineInverted"/>
    <dgm:cxn modelId="{C58345F6-FCC8-402C-9C9B-F83D6DF939A0}" type="presParOf" srcId="{2AB315B5-D903-47E7-B0EA-7C603F9D3587}" destId="{43B83DFA-5046-44DB-B989-281B14734F81}" srcOrd="3" destOrd="0" presId="urn:microsoft.com/office/officeart/2024/layout/BulletTimelineInverted"/>
    <dgm:cxn modelId="{CB152A4E-6B69-4D7D-ACBF-DD8DEF4992A7}" type="presParOf" srcId="{2AB315B5-D903-47E7-B0EA-7C603F9D3587}" destId="{8C72A65D-BAFC-4A21-9C88-4FC47BF0D930}" srcOrd="4" destOrd="0" presId="urn:microsoft.com/office/officeart/2024/layout/BulletTimelineInverted"/>
    <dgm:cxn modelId="{E41F63C9-10A5-4676-9E9D-CED402C0FBFD}" type="presParOf" srcId="{8C72A65D-BAFC-4A21-9C88-4FC47BF0D930}" destId="{18FC5D6F-8F05-45EF-B297-F857DC694996}" srcOrd="0" destOrd="0" presId="urn:microsoft.com/office/officeart/2024/layout/BulletTimelineInverted"/>
    <dgm:cxn modelId="{C8924AAE-FD30-4745-8265-C62B6FEEE6AF}" type="presParOf" srcId="{2AB315B5-D903-47E7-B0EA-7C603F9D3587}" destId="{A580264C-DD92-4D79-B0F8-6405ADA5B857}" srcOrd="5" destOrd="0" presId="urn:microsoft.com/office/officeart/2024/layout/BulletTimelineInverted"/>
    <dgm:cxn modelId="{17DD3C7A-CFD4-413D-980D-F6C9B46F2D30}" type="presParOf" srcId="{3BAE8B30-C02F-40BC-8123-13F1BBCB672C}" destId="{CA2CFBA0-4524-4DE9-AD6B-AFA44766667D}" srcOrd="11" destOrd="0" presId="urn:microsoft.com/office/officeart/2024/layout/BulletTimelineInverted"/>
    <dgm:cxn modelId="{015EB67F-5F70-4B09-8AFC-296640B31DD7}" type="presParOf" srcId="{3BAE8B30-C02F-40BC-8123-13F1BBCB672C}" destId="{923382CB-085F-4AA4-937F-0EFD8056962F}" srcOrd="12" destOrd="0" presId="urn:microsoft.com/office/officeart/2024/layout/BulletTimelineInverted"/>
    <dgm:cxn modelId="{ABCE689F-1507-4F2A-8CEA-9BE7E20A34DF}" type="presParOf" srcId="{923382CB-085F-4AA4-937F-0EFD8056962F}" destId="{4A856A17-72BD-4F7B-A47B-48A336C30AF6}" srcOrd="0" destOrd="0" presId="urn:microsoft.com/office/officeart/2024/layout/BulletTimelineInverted"/>
    <dgm:cxn modelId="{32437170-4CE5-48A5-B293-1FE83CED7F81}" type="presParOf" srcId="{4A856A17-72BD-4F7B-A47B-48A336C30AF6}" destId="{4AA901BF-5CE7-4A74-AA09-0BF424ED2E07}" srcOrd="0" destOrd="0" presId="urn:microsoft.com/office/officeart/2024/layout/BulletTimelineInverted"/>
    <dgm:cxn modelId="{581165E5-F722-420A-83FF-9852D90882CF}" type="presParOf" srcId="{4A856A17-72BD-4F7B-A47B-48A336C30AF6}" destId="{0E316273-0DCA-4E3C-A1A9-9E84BCC01CE7}" srcOrd="1" destOrd="0" presId="urn:microsoft.com/office/officeart/2024/layout/BulletTimelineInverted"/>
    <dgm:cxn modelId="{723918FA-E5D6-424A-BC78-71B87804AD28}" type="presParOf" srcId="{923382CB-085F-4AA4-937F-0EFD8056962F}" destId="{B76A0FEF-342F-44DC-AF1D-6B55AC00D0F1}" srcOrd="1" destOrd="0" presId="urn:microsoft.com/office/officeart/2024/layout/BulletTimelineInverted"/>
    <dgm:cxn modelId="{CE7143B6-4678-4692-B0D1-DFB63CD12EDE}" type="presParOf" srcId="{923382CB-085F-4AA4-937F-0EFD8056962F}" destId="{7642913D-1956-4E1F-86F4-2679464688E0}" srcOrd="2" destOrd="0" presId="urn:microsoft.com/office/officeart/2024/layout/BulletTimelineInverted"/>
    <dgm:cxn modelId="{8A831191-E049-4791-94D6-6832A51A4FCB}" type="presParOf" srcId="{923382CB-085F-4AA4-937F-0EFD8056962F}" destId="{A13718F1-EAC1-45BE-A170-DFC59BB2B372}" srcOrd="3" destOrd="0" presId="urn:microsoft.com/office/officeart/2024/layout/BulletTimelineInverted"/>
    <dgm:cxn modelId="{E390CB11-0B02-417F-9EF7-1F3DFC61E794}" type="presParOf" srcId="{923382CB-085F-4AA4-937F-0EFD8056962F}" destId="{510E5D03-91A1-4235-A72B-41399D9DBAFA}" srcOrd="4" destOrd="0" presId="urn:microsoft.com/office/officeart/2024/layout/BulletTimelineInverted"/>
    <dgm:cxn modelId="{77A77E28-F716-4F21-82C8-34BC7B034BE9}" type="presParOf" srcId="{510E5D03-91A1-4235-A72B-41399D9DBAFA}" destId="{F4B6F235-4B63-4530-B6AF-F23FC7CA9485}" srcOrd="0" destOrd="0" presId="urn:microsoft.com/office/officeart/2024/layout/BulletTimelineInverted"/>
    <dgm:cxn modelId="{EC465E58-B1D5-4F91-8C7C-20EAF573C20B}" type="presParOf" srcId="{923382CB-085F-4AA4-937F-0EFD8056962F}" destId="{F89B7EA8-37FA-4058-818B-38FD54C6252E}" srcOrd="5" destOrd="0" presId="urn:microsoft.com/office/officeart/2024/layout/BulletTimelineInverted"/>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3352A5-DFEA-4460-8539-8B5762630BE4}">
      <dsp:nvSpPr>
        <dsp:cNvPr id="0" name=""/>
        <dsp:cNvSpPr/>
      </dsp:nvSpPr>
      <dsp:spPr>
        <a:xfrm>
          <a:off x="0" y="2590198"/>
          <a:ext cx="10574732" cy="52327"/>
        </a:xfrm>
        <a:prstGeom prst="rect">
          <a:avLst/>
        </a:prstGeom>
        <a:gradFill rotWithShape="0">
          <a:gsLst>
            <a:gs pos="0">
              <a:schemeClr val="accent1">
                <a:tint val="76000"/>
              </a:schemeClr>
            </a:gs>
            <a:gs pos="100000">
              <a:schemeClr val="accent1">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E5491077-D56B-4C4B-B17D-911A0654DCEB}">
      <dsp:nvSpPr>
        <dsp:cNvPr id="0" name=""/>
        <dsp:cNvSpPr/>
      </dsp:nvSpPr>
      <dsp:spPr>
        <a:xfrm>
          <a:off x="10303237" y="2407053"/>
          <a:ext cx="313963" cy="418618"/>
        </a:xfrm>
        <a:prstGeom prst="chevron">
          <a:avLst>
            <a:gd name="adj" fmla="val 75000"/>
          </a:avLst>
        </a:prstGeom>
        <a:gradFill rotWithShape="0">
          <a:gsLst>
            <a:gs pos="0">
              <a:schemeClr val="accent1">
                <a:tint val="76000"/>
              </a:schemeClr>
            </a:gs>
            <a:gs pos="100000">
              <a:schemeClr val="accent1">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C7AA1AFA-53EC-464A-B9D6-FDC6805B58A0}">
      <dsp:nvSpPr>
        <dsp:cNvPr id="0" name=""/>
        <dsp:cNvSpPr/>
      </dsp:nvSpPr>
      <dsp:spPr>
        <a:xfrm>
          <a:off x="618833" y="1314166"/>
          <a:ext cx="2035466" cy="1153582"/>
        </a:xfrm>
        <a:prstGeom prst="rect">
          <a:avLst/>
        </a:prstGeom>
        <a:noFill/>
        <a:ln>
          <a:noFill/>
        </a:ln>
        <a:effectLst/>
      </dsp:spPr>
      <dsp:style>
        <a:lnRef idx="0">
          <a:scrgbClr r="0" g="0" b="0"/>
        </a:lnRef>
        <a:fillRef idx="0">
          <a:scrgbClr r="0" g="0" b="0"/>
        </a:fillRef>
        <a:effectRef idx="0">
          <a:scrgbClr r="0" g="0" b="0"/>
        </a:effectRef>
        <a:fontRef idx="minor"/>
      </dsp:style>
    </dsp:sp>
    <dsp:sp modelId="{7A954018-5B89-4361-8845-01A203ACC9A1}">
      <dsp:nvSpPr>
        <dsp:cNvPr id="0" name=""/>
        <dsp:cNvSpPr/>
      </dsp:nvSpPr>
      <dsp:spPr>
        <a:xfrm>
          <a:off x="618833" y="717486"/>
          <a:ext cx="2035466" cy="596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defRPr b="1"/>
          </a:pPr>
          <a:r>
            <a:rPr lang="en-IN" sz="1800" kern="1200" dirty="0"/>
            <a:t>User Document (PDF/Image/Text)</a:t>
          </a:r>
        </a:p>
      </dsp:txBody>
      <dsp:txXfrm>
        <a:off x="618833" y="717486"/>
        <a:ext cx="2035466" cy="596680"/>
      </dsp:txXfrm>
    </dsp:sp>
    <dsp:sp modelId="{0559175E-587E-4B58-B8AD-1007799A525F}">
      <dsp:nvSpPr>
        <dsp:cNvPr id="0" name=""/>
        <dsp:cNvSpPr/>
      </dsp:nvSpPr>
      <dsp:spPr>
        <a:xfrm>
          <a:off x="290078" y="677707"/>
          <a:ext cx="38677" cy="1949156"/>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BD1BF1-A401-4F0A-86B6-F09667735636}">
      <dsp:nvSpPr>
        <dsp:cNvPr id="0" name=""/>
        <dsp:cNvSpPr/>
      </dsp:nvSpPr>
      <dsp:spPr>
        <a:xfrm>
          <a:off x="1945983" y="3606507"/>
          <a:ext cx="2035466" cy="958822"/>
        </a:xfrm>
        <a:prstGeom prst="rect">
          <a:avLst/>
        </a:prstGeom>
        <a:noFill/>
        <a:ln>
          <a:noFill/>
        </a:ln>
        <a:effectLst/>
      </dsp:spPr>
      <dsp:style>
        <a:lnRef idx="0">
          <a:scrgbClr r="0" g="0" b="0"/>
        </a:lnRef>
        <a:fillRef idx="0">
          <a:scrgbClr r="0" g="0" b="0"/>
        </a:fillRef>
        <a:effectRef idx="0">
          <a:scrgbClr r="0" g="0" b="0"/>
        </a:effectRef>
        <a:fontRef idx="minor"/>
      </dsp:style>
    </dsp:sp>
    <dsp:sp modelId="{4A1E0589-D3F2-42A0-825D-23CCE1A061C9}">
      <dsp:nvSpPr>
        <dsp:cNvPr id="0" name=""/>
        <dsp:cNvSpPr/>
      </dsp:nvSpPr>
      <dsp:spPr>
        <a:xfrm>
          <a:off x="1945983" y="2974092"/>
          <a:ext cx="2035466" cy="6324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defRPr b="1"/>
          </a:pPr>
          <a:r>
            <a:rPr lang="en-IN" sz="1800" kern="1200" dirty="0"/>
            <a:t>OCR &amp; Text Extractor</a:t>
          </a:r>
        </a:p>
      </dsp:txBody>
      <dsp:txXfrm>
        <a:off x="1945983" y="2974092"/>
        <a:ext cx="2035466" cy="632415"/>
      </dsp:txXfrm>
    </dsp:sp>
    <dsp:sp modelId="{01B3B1B5-0B8E-4C79-8D06-38EBE4550D7D}">
      <dsp:nvSpPr>
        <dsp:cNvPr id="0" name=""/>
        <dsp:cNvSpPr/>
      </dsp:nvSpPr>
      <dsp:spPr>
        <a:xfrm>
          <a:off x="1617228" y="2606883"/>
          <a:ext cx="38677" cy="1999247"/>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EAC5A1-331C-425A-9AF7-A21114048BD1}">
      <dsp:nvSpPr>
        <dsp:cNvPr id="0" name=""/>
        <dsp:cNvSpPr/>
      </dsp:nvSpPr>
      <dsp:spPr>
        <a:xfrm>
          <a:off x="208856" y="577147"/>
          <a:ext cx="201120" cy="20112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A51B72-6127-4FCE-9051-CF981974D5D8}">
      <dsp:nvSpPr>
        <dsp:cNvPr id="0" name=""/>
        <dsp:cNvSpPr/>
      </dsp:nvSpPr>
      <dsp:spPr>
        <a:xfrm>
          <a:off x="1536006" y="4505570"/>
          <a:ext cx="201120" cy="20112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FE7ABE5-CCE1-4378-9629-8CEE635D54E7}">
      <dsp:nvSpPr>
        <dsp:cNvPr id="0" name=""/>
        <dsp:cNvSpPr/>
      </dsp:nvSpPr>
      <dsp:spPr>
        <a:xfrm>
          <a:off x="3273133" y="1314166"/>
          <a:ext cx="2035466" cy="1153582"/>
        </a:xfrm>
        <a:prstGeom prst="rect">
          <a:avLst/>
        </a:prstGeom>
        <a:noFill/>
        <a:ln>
          <a:noFill/>
        </a:ln>
        <a:effectLst/>
      </dsp:spPr>
      <dsp:style>
        <a:lnRef idx="0">
          <a:scrgbClr r="0" g="0" b="0"/>
        </a:lnRef>
        <a:fillRef idx="0">
          <a:scrgbClr r="0" g="0" b="0"/>
        </a:fillRef>
        <a:effectRef idx="0">
          <a:scrgbClr r="0" g="0" b="0"/>
        </a:effectRef>
        <a:fontRef idx="minor"/>
      </dsp:style>
    </dsp:sp>
    <dsp:sp modelId="{ECFD23F5-5F39-4489-ABF1-E91E8F10E691}">
      <dsp:nvSpPr>
        <dsp:cNvPr id="0" name=""/>
        <dsp:cNvSpPr/>
      </dsp:nvSpPr>
      <dsp:spPr>
        <a:xfrm>
          <a:off x="3273133" y="717486"/>
          <a:ext cx="2035466" cy="596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defRPr b="1"/>
          </a:pPr>
          <a:r>
            <a:rPr lang="en-IN" sz="1800" kern="1200" dirty="0"/>
            <a:t>Language Detection &amp; NLP Preprocessing</a:t>
          </a:r>
        </a:p>
      </dsp:txBody>
      <dsp:txXfrm>
        <a:off x="3273133" y="717486"/>
        <a:ext cx="2035466" cy="596680"/>
      </dsp:txXfrm>
    </dsp:sp>
    <dsp:sp modelId="{0D55AE88-9490-4C68-8670-91288A36F6AC}">
      <dsp:nvSpPr>
        <dsp:cNvPr id="0" name=""/>
        <dsp:cNvSpPr/>
      </dsp:nvSpPr>
      <dsp:spPr>
        <a:xfrm>
          <a:off x="2944378" y="677707"/>
          <a:ext cx="38677" cy="1949156"/>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352074-1837-4AD7-A56E-019E68D004BD}">
      <dsp:nvSpPr>
        <dsp:cNvPr id="0" name=""/>
        <dsp:cNvSpPr/>
      </dsp:nvSpPr>
      <dsp:spPr>
        <a:xfrm>
          <a:off x="4600283" y="3606507"/>
          <a:ext cx="2035466" cy="958822"/>
        </a:xfrm>
        <a:prstGeom prst="rect">
          <a:avLst/>
        </a:prstGeom>
        <a:noFill/>
        <a:ln>
          <a:noFill/>
        </a:ln>
        <a:effectLst/>
      </dsp:spPr>
      <dsp:style>
        <a:lnRef idx="0">
          <a:scrgbClr r="0" g="0" b="0"/>
        </a:lnRef>
        <a:fillRef idx="0">
          <a:scrgbClr r="0" g="0" b="0"/>
        </a:fillRef>
        <a:effectRef idx="0">
          <a:scrgbClr r="0" g="0" b="0"/>
        </a:effectRef>
        <a:fontRef idx="minor"/>
      </dsp:style>
    </dsp:sp>
    <dsp:sp modelId="{B6686DD0-DC04-4268-A3C0-7CCC0CC4C9CA}">
      <dsp:nvSpPr>
        <dsp:cNvPr id="0" name=""/>
        <dsp:cNvSpPr/>
      </dsp:nvSpPr>
      <dsp:spPr>
        <a:xfrm>
          <a:off x="4600283" y="2974092"/>
          <a:ext cx="2035466" cy="6324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defRPr b="1"/>
          </a:pPr>
          <a:r>
            <a:rPr lang="en-IN" sz="1800" kern="1200" dirty="0"/>
            <a:t>Error Detection (Grammar/Spelling)</a:t>
          </a:r>
        </a:p>
      </dsp:txBody>
      <dsp:txXfrm>
        <a:off x="4600283" y="2974092"/>
        <a:ext cx="2035466" cy="632415"/>
      </dsp:txXfrm>
    </dsp:sp>
    <dsp:sp modelId="{7158B1F8-9C2C-41C9-91B5-E1D6F29E27D2}">
      <dsp:nvSpPr>
        <dsp:cNvPr id="0" name=""/>
        <dsp:cNvSpPr/>
      </dsp:nvSpPr>
      <dsp:spPr>
        <a:xfrm>
          <a:off x="4271528" y="2606883"/>
          <a:ext cx="38677" cy="1999247"/>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8DD568-3E4B-4951-90D1-BDAFAA2BBE4D}">
      <dsp:nvSpPr>
        <dsp:cNvPr id="0" name=""/>
        <dsp:cNvSpPr/>
      </dsp:nvSpPr>
      <dsp:spPr>
        <a:xfrm>
          <a:off x="2863156" y="577147"/>
          <a:ext cx="201120" cy="20112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B4DB9C-DADC-4FA1-A0D0-F9CB10ED01B4}">
      <dsp:nvSpPr>
        <dsp:cNvPr id="0" name=""/>
        <dsp:cNvSpPr/>
      </dsp:nvSpPr>
      <dsp:spPr>
        <a:xfrm>
          <a:off x="4190306" y="4505570"/>
          <a:ext cx="201120" cy="20112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F5B34B6-DF0E-440C-A477-843775B4FE12}">
      <dsp:nvSpPr>
        <dsp:cNvPr id="0" name=""/>
        <dsp:cNvSpPr/>
      </dsp:nvSpPr>
      <dsp:spPr>
        <a:xfrm>
          <a:off x="5927433" y="1314166"/>
          <a:ext cx="2035466" cy="1153582"/>
        </a:xfrm>
        <a:prstGeom prst="rect">
          <a:avLst/>
        </a:prstGeom>
        <a:noFill/>
        <a:ln>
          <a:noFill/>
        </a:ln>
        <a:effectLst/>
      </dsp:spPr>
      <dsp:style>
        <a:lnRef idx="0">
          <a:scrgbClr r="0" g="0" b="0"/>
        </a:lnRef>
        <a:fillRef idx="0">
          <a:scrgbClr r="0" g="0" b="0"/>
        </a:fillRef>
        <a:effectRef idx="0">
          <a:scrgbClr r="0" g="0" b="0"/>
        </a:effectRef>
        <a:fontRef idx="minor"/>
      </dsp:style>
    </dsp:sp>
    <dsp:sp modelId="{469BE388-3E5C-4E42-B0D2-ECF53A67691B}">
      <dsp:nvSpPr>
        <dsp:cNvPr id="0" name=""/>
        <dsp:cNvSpPr/>
      </dsp:nvSpPr>
      <dsp:spPr>
        <a:xfrm>
          <a:off x="5927433" y="717486"/>
          <a:ext cx="2035466" cy="596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defRPr b="1"/>
          </a:pPr>
          <a:r>
            <a:rPr lang="en-IN" sz="1800" kern="1200" dirty="0"/>
            <a:t>Plagiarism Engine Similarity Check</a:t>
          </a:r>
        </a:p>
      </dsp:txBody>
      <dsp:txXfrm>
        <a:off x="5927433" y="717486"/>
        <a:ext cx="2035466" cy="596680"/>
      </dsp:txXfrm>
    </dsp:sp>
    <dsp:sp modelId="{969F7C61-231D-426B-B2F6-01EEA732A91E}">
      <dsp:nvSpPr>
        <dsp:cNvPr id="0" name=""/>
        <dsp:cNvSpPr/>
      </dsp:nvSpPr>
      <dsp:spPr>
        <a:xfrm>
          <a:off x="5598678" y="677707"/>
          <a:ext cx="38677" cy="1949156"/>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666955-2A88-44AC-8D18-C7EC7974C9AC}">
      <dsp:nvSpPr>
        <dsp:cNvPr id="0" name=""/>
        <dsp:cNvSpPr/>
      </dsp:nvSpPr>
      <dsp:spPr>
        <a:xfrm>
          <a:off x="7254584" y="3606507"/>
          <a:ext cx="2035466" cy="958822"/>
        </a:xfrm>
        <a:prstGeom prst="rect">
          <a:avLst/>
        </a:prstGeom>
        <a:noFill/>
        <a:ln>
          <a:noFill/>
        </a:ln>
        <a:effectLst/>
      </dsp:spPr>
      <dsp:style>
        <a:lnRef idx="0">
          <a:scrgbClr r="0" g="0" b="0"/>
        </a:lnRef>
        <a:fillRef idx="0">
          <a:scrgbClr r="0" g="0" b="0"/>
        </a:fillRef>
        <a:effectRef idx="0">
          <a:scrgbClr r="0" g="0" b="0"/>
        </a:effectRef>
        <a:fontRef idx="minor"/>
      </dsp:style>
    </dsp:sp>
    <dsp:sp modelId="{1845E6BD-6B28-4178-9DDE-BDC232FBA88E}">
      <dsp:nvSpPr>
        <dsp:cNvPr id="0" name=""/>
        <dsp:cNvSpPr/>
      </dsp:nvSpPr>
      <dsp:spPr>
        <a:xfrm>
          <a:off x="7254584" y="2974092"/>
          <a:ext cx="2035466" cy="6324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defRPr b="1"/>
          </a:pPr>
          <a:r>
            <a:rPr lang="en-IN" sz="1800" kern="1200" dirty="0"/>
            <a:t>Report Generation  &amp; Visualization </a:t>
          </a:r>
        </a:p>
      </dsp:txBody>
      <dsp:txXfrm>
        <a:off x="7254584" y="2974092"/>
        <a:ext cx="2035466" cy="632415"/>
      </dsp:txXfrm>
    </dsp:sp>
    <dsp:sp modelId="{43B83DFA-5046-44DB-B989-281B14734F81}">
      <dsp:nvSpPr>
        <dsp:cNvPr id="0" name=""/>
        <dsp:cNvSpPr/>
      </dsp:nvSpPr>
      <dsp:spPr>
        <a:xfrm>
          <a:off x="6925828" y="2606883"/>
          <a:ext cx="38677" cy="1999247"/>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513541-ECDC-473B-8913-DDC933B1D751}">
      <dsp:nvSpPr>
        <dsp:cNvPr id="0" name=""/>
        <dsp:cNvSpPr/>
      </dsp:nvSpPr>
      <dsp:spPr>
        <a:xfrm>
          <a:off x="5517456" y="577147"/>
          <a:ext cx="201120" cy="20112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FC5D6F-8F05-45EF-B297-F857DC694996}">
      <dsp:nvSpPr>
        <dsp:cNvPr id="0" name=""/>
        <dsp:cNvSpPr/>
      </dsp:nvSpPr>
      <dsp:spPr>
        <a:xfrm>
          <a:off x="6844606" y="4505570"/>
          <a:ext cx="201120" cy="20112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6A0FEF-342F-44DC-AF1D-6B55AC00D0F1}">
      <dsp:nvSpPr>
        <dsp:cNvPr id="0" name=""/>
        <dsp:cNvSpPr/>
      </dsp:nvSpPr>
      <dsp:spPr>
        <a:xfrm>
          <a:off x="8581734" y="1314166"/>
          <a:ext cx="2035466" cy="1153582"/>
        </a:xfrm>
        <a:prstGeom prst="rect">
          <a:avLst/>
        </a:prstGeom>
        <a:noFill/>
        <a:ln>
          <a:noFill/>
        </a:ln>
        <a:effectLst/>
      </dsp:spPr>
      <dsp:style>
        <a:lnRef idx="0">
          <a:scrgbClr r="0" g="0" b="0"/>
        </a:lnRef>
        <a:fillRef idx="0">
          <a:scrgbClr r="0" g="0" b="0"/>
        </a:fillRef>
        <a:effectRef idx="0">
          <a:scrgbClr r="0" g="0" b="0"/>
        </a:effectRef>
        <a:fontRef idx="minor"/>
      </dsp:style>
    </dsp:sp>
    <dsp:sp modelId="{7642913D-1956-4E1F-86F4-2679464688E0}">
      <dsp:nvSpPr>
        <dsp:cNvPr id="0" name=""/>
        <dsp:cNvSpPr/>
      </dsp:nvSpPr>
      <dsp:spPr>
        <a:xfrm>
          <a:off x="8581734" y="717486"/>
          <a:ext cx="2035466" cy="596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defRPr b="1"/>
          </a:pPr>
          <a:r>
            <a:rPr lang="en-US" sz="1800" kern="1200" dirty="0"/>
            <a:t>Final Analysis    Report (PDF/HTML)</a:t>
          </a:r>
          <a:endParaRPr lang="en-IN" sz="1800" kern="1200" dirty="0"/>
        </a:p>
      </dsp:txBody>
      <dsp:txXfrm>
        <a:off x="8581734" y="717486"/>
        <a:ext cx="2035466" cy="596680"/>
      </dsp:txXfrm>
    </dsp:sp>
    <dsp:sp modelId="{A13718F1-EAC1-45BE-A170-DFC59BB2B372}">
      <dsp:nvSpPr>
        <dsp:cNvPr id="0" name=""/>
        <dsp:cNvSpPr/>
      </dsp:nvSpPr>
      <dsp:spPr>
        <a:xfrm>
          <a:off x="8252978" y="677707"/>
          <a:ext cx="38677" cy="1949156"/>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B6F235-4B63-4530-B6AF-F23FC7CA9485}">
      <dsp:nvSpPr>
        <dsp:cNvPr id="0" name=""/>
        <dsp:cNvSpPr/>
      </dsp:nvSpPr>
      <dsp:spPr>
        <a:xfrm>
          <a:off x="8171757" y="577147"/>
          <a:ext cx="201120" cy="20112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24/layout/BulletTimelineInverted">
  <dgm:title val=""/>
  <dgm:desc val=""/>
  <dgm:catLst>
    <dgm:cat type="process" pri="7451"/>
    <dgm:cat type="timeline" pri="101"/>
  </dgm:catLst>
  <dgm:sampData>
    <dgm:dataModel>
      <dgm:ptLst>
        <dgm:pt modelId="0" type="doc"/>
        <dgm:pt modelId="10">
          <dgm:prSet phldrT="Add an event" phldr="1"/>
        </dgm:pt>
        <dgm:pt modelId="11">
          <dgm:prSet phldrT="Write a description of the significance of this event" phldr="1"/>
        </dgm:pt>
        <dgm:pt modelId="20">
          <dgm:prSet phldrT="Add an event" phldr="1"/>
        </dgm:pt>
        <dgm:pt modelId="21">
          <dgm:prSet phldrT="Write a description of the significance of this event" phldr="1"/>
        </dgm:pt>
        <dgm:pt modelId="30">
          <dgm:prSet phldrT="Add an event" phldr="1"/>
        </dgm:pt>
        <dgm:pt modelId="31">
          <dgm:prSet phldrT="Write a description of the significance of this event" phldr="1"/>
        </dgm:pt>
        <dgm:pt modelId="40">
          <dgm:prSet phldrT="Add an event" phldr="1"/>
        </dgm:pt>
        <dgm:pt modelId="41">
          <dgm:prSet phldrT="Write a description of the significance of this event" phldr="1"/>
        </dgm:pt>
        <dgm:pt modelId="50">
          <dgm:prSet phldrT="Add an event" phldr="1"/>
        </dgm:pt>
        <dgm:pt modelId="51">
          <dgm:prSet phldrT="Write a description of the significance of this event" phldr="1"/>
        </dgm:pt>
      </dgm:ptLst>
      <dgm:cxnLst>
        <dgm:cxn modelId="100" srcId="0" destId="10" srcOrd="0" destOrd="0"/>
        <dgm:cxn modelId="12" srcId="10" destId="11" srcOrd="0" destOrd="0"/>
        <dgm:cxn modelId="101" srcId="0" destId="20" srcOrd="1" destOrd="0"/>
        <dgm:cxn modelId="22" srcId="20" destId="21" srcOrd="0" destOrd="0"/>
        <dgm:cxn modelId="102" srcId="0" destId="30" srcOrd="2" destOrd="0"/>
        <dgm:cxn modelId="32" srcId="30" destId="31" srcOrd="0" destOrd="0"/>
        <dgm:cxn modelId="103" srcId="0" destId="40" srcOrd="3" destOrd="0"/>
        <dgm:cxn modelId="42" srcId="40" destId="41" srcOrd="0" destOrd="0"/>
        <dgm:cxn modelId="104" srcId="0" destId="50" srcOrd="4" destOrd="0"/>
        <dgm:cxn modelId="52" srcId="50" destId="5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dir/>
      <dgm:animLvl val="lvl"/>
    </dgm:varLst>
    <dgm:alg type="composite"/>
    <dgm:shape xmlns:r="http://schemas.openxmlformats.org/officeDocument/2006/relationships" r:blip="">
      <dgm:adjLst/>
    </dgm:shape>
    <dgm:constrLst>
      <dgm:constr type="w" for="ch" forName="divider" refType="w"/>
      <dgm:constr type="h" for="ch" forName="divider" refType="h" fact="0.1"/>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dgm:alg type="composite"/>
      <dgm:shape xmlns:r="http://schemas.openxmlformats.org/officeDocument/2006/relationships" r:blip="">
        <dgm:adjLst/>
      </dgm:shape>
      <dgm:presOf/>
      <dgm:choose name="DividerDirection">
        <dgm:if name="DividerLTR" func="var" arg="dir" op="equ" val="norm">
          <dgm:constrLst>
            <dgm:constr type="w" for="ch" forName="rectBar" refType="w" fact="0.996"/>
            <dgm:constr type="h" for="ch" forName="rectBar" refType="h" fact="0.1"/>
            <dgm:constr type="l" for="ch" forName="rectBar"/>
            <dgm:constr type="ctrY" for="ch" forName="rectBar" refType="h" fact="0.5"/>
            <dgm:constr type="w" for="ch" forName="chevronArrow" refType="h" fact="0.6"/>
            <dgm:constr type="h" for="ch" forName="chevronArrow" refType="h" fact="0.8"/>
            <dgm:constr type="r" for="ch" forName="chevronArrow" refType="w"/>
            <dgm:constr type="ctrY" for="ch" forName="chevronArrow" refType="h" fact="0.5"/>
          </dgm:constrLst>
        </dgm:if>
        <dgm:else name="DividerRTL">
          <dgm:constrLst>
            <dgm:constr type="w" for="ch" forName="rectBar" refType="w" fact="0.996"/>
            <dgm:constr type="h" for="ch" forName="rectBar" refType="h" fact="0.1"/>
            <dgm:constr type="r" for="ch" forName="rectBar" refType="w"/>
            <dgm:constr type="ctrY" for="ch" forName="rectBar" refType="h" fact="0.5"/>
            <dgm:constr type="w" for="ch" forName="chevronArrow" refType="h" fact="0.6"/>
            <dgm:constr type="h" for="ch" forName="chevronArrow" refType="h" fact="0.8"/>
            <dgm:constr type="l" for="ch" forName="chevronArrow"/>
            <dgm:constr type="ctrY" for="ch" forName="chevronArrow" refType="h" fact="0.5"/>
          </dgm:constrLst>
        </dgm:else>
      </dgm:choose>
      <dgm:ruleLst/>
      <dgm:layoutNode name="rectBar" styleLbl="dkBgShp">
        <dgm:alg type="sp"/>
        <dgm:shape xmlns:r="http://schemas.openxmlformats.org/officeDocument/2006/relationships" type="rect" r:blip="" zOrderOff="-1">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ruleLst/>
      </dgm:layoutNode>
      <dgm:layoutNode name="chevronArrow" styleLbl="dkBgShp">
        <dgm:alg type="sp"/>
        <dgm:choose name="ChevronDir">
          <dgm:if name="ChevronLTR" func="var" arg="dir" op="equ" val="norm">
            <dgm:shape xmlns:r="http://schemas.openxmlformats.org/officeDocument/2006/relationships"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if>
          <dgm:else name="ChevronRTL">
            <dgm:shape xmlns:r="http://schemas.openxmlformats.org/officeDocument/2006/relationships" rot="180"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else>
        </dgm:choose>
        <dgm:presOf/>
        <dgm:constrLst/>
        <dgm:ruleLst/>
      </dgm:layoutNode>
    </dgm:layoutNode>
    <dgm:layoutNode name="nodes">
      <dgm:varLst>
        <dgm:chMax/>
        <dgm:chPref/>
        <dgm:animLvl val="lvl"/>
      </dgm:varLst>
      <dgm:choose name="Name1">
        <dgm:if name="Name2" func="var" arg="dir" op="equ" val="norm">
          <dgm:alg type="lin">
            <dgm:param type="fallback" val="1D"/>
          </dgm:alg>
        </dgm:if>
        <dgm:else name="Name3">
          <dgm:alg type="lin">
            <dgm:param type="linDir" val="fromR"/>
            <dgm:param type="fallback" val="1D"/>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t" refFor="ch" refForName="DropPinPlaceHolder1"/>
                        <dgm:constr type="w" for="ch" forName="DropPinPlaceHolder1" refType="h" fact="0.16"/>
                        <dgm:constr type="h" for="ch" forName="DropPinPlaceHolder1" refType="h" fact="0.16"/>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h" fact="0.16"/>
                        <dgm:constr type="b" for="ch" forName="L2TextContainer1" refType="h" fact="0.45"/>
                        <dgm:constr type="w" for="ch" forName="L1TextContainer1" refType="w" fact="0.83"/>
                        <dgm:constr type="l" for="ch" forName="L1TextContainer1" refType="r" refFor="ch" refForName="DropPinPlaceHolder1"/>
                        <dgm:constr type="t" for="ch" forName="L1TextContainer1" refType="h" fact="0.01"/>
                        <dgm:constr type="b" for="ch" forName="L1TextContainer1" refType="h" fact="0.16"/>
                        <dgm:constr type="w" for="ch" forName="ConnectLine1" refType="h" fact="0.01"/>
                        <dgm:constr type="ctrX" for="ch" forName="ConnectLine1" refType="ctrX" refFor="ch" refForName="DropPinPlaceHolder1"/>
                        <dgm:constr type="b" for="ch" forName="ConnectLine1" refType="h" fact="0.49"/>
                        <dgm:constr type="t" for="ch" forName="ConnectLine1" refType="b" refFor="ch" refForName="DropPinPlaceHolder1" fact="0"/>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b" refFor="ch" refForName="DropPinPlaceHolder1"/>
                        <dgm:constr type="w" for="ch" forName="DropPinPlaceHolder1" refType="h" fact="0.16"/>
                        <dgm:constr type="h" for="ch" forName="DropPinPlaceHolder1" refType="h" fact="0.16"/>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b" for="ch" forName="L1TextContainer1" refType="h" fact="0.755"/>
                        <dgm:constr type="t" for="ch" forName="L1TextContainer1" refType="h" fact="0.6"/>
                        <dgm:constr type="w" for="ch" forName="L2TextContainer1" refType="w" fact="0.83"/>
                        <dgm:constr type="l" for="ch" forName="L2TextContainer1" refType="r" refFor="ch" refForName="DropPinPlaceHolder1"/>
                        <dgm:constr type="b" for="ch" forName="L2TextContainer1" refType="h" fact="0.99"/>
                        <dgm:constr type="t" for="ch" forName="L2TextContainer1" refType="h" fact="0.755"/>
                        <dgm:constr type="w" for="ch" forName="ConnectLine1" refType="h" fact="0.01"/>
                        <dgm:constr type="ctrX" for="ch" forName="ConnectLine1" refType="ctrX" refFor="ch" refForName="DropPinPlaceHolder1"/>
                        <dgm:constr type="t" for="ch" forName="ConnectLine1" refType="h" fact="0.51"/>
                        <dgm:constr type="b" for="ch" forName="ConnectLine1" refType="b"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L1TextContainer1" refType="w" fact="0.83"/>
                        <dgm:constr type="l" for="ch" forName="L1TextContainer1" refType="w" fact="0"/>
                        <dgm:constr type="t" for="ch" forName="L1TextContainer1" refType="h" fact="0.01"/>
                        <dgm:constr type="b" for="ch" forName="L1TextContainer1" refType="h" fact="0.16"/>
                        <dgm:constr type="w" for="ch" forName="L2TextContainer1" refType="w" fact="0.83"/>
                        <dgm:constr type="l" for="ch" forName="L2TextContainer1" refType="w" fact="0"/>
                        <dgm:constr type="t" for="ch" forName="L2TextContainer1" refType="h" fact="0.16"/>
                        <dgm:constr type="b" for="ch" forName="L2TextContainer1" refType="h" fact="0.45"/>
                        <dgm:constr type="w" for="ch" forName="DropPinPlaceHolder1" refType="h" fact="0.16"/>
                        <dgm:constr type="h" for="ch" forName="DropPinPlaceHolder1" refType="h" fact="0.16"/>
                        <dgm:constr type="t" for="ch" forName="DropPinPlaceHolder1" refType="h" fact="0"/>
                        <dgm:constr type="r" for="ch" forName="DropPinPlaceHolder1" refType="w"/>
                        <dgm:constr type="w" for="ch" forName="ConnectLine1" refType="h" fact="0.01"/>
                        <dgm:constr type="ctrX" for="ch" forName="ConnectLine1" refType="ctrX" refFor="ch" refForName="DropPinPlaceHolder1"/>
                        <dgm:constr type="b" for="ch" forName="ConnectLine1" refType="h" fact="0.49"/>
                        <dgm:constr type="t" for="ch" forName="ConnectLine1" refType="b" refFor="ch" refForName="DropPinPlaceHolder1" fact="0"/>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t"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L1TextContainer1" refType="w" fact="0.83"/>
                        <dgm:constr type="l" for="ch" forName="L1TextContainer1" refType="w" fact="0"/>
                        <dgm:constr type="b" for="ch" forName="L1TextContainer1" refType="h" fact="0.755"/>
                        <dgm:constr type="t" for="ch" forName="L1TextContainer1" refType="h" fact="0.6"/>
                        <dgm:constr type="w" for="ch" forName="L2TextContainer1" refType="w" fact="0.83"/>
                        <dgm:constr type="l" for="ch" forName="L2TextContainer1" refType="w" fact="0"/>
                        <dgm:constr type="b" for="ch" forName="L2TextContainer1" refType="h" fact="0.99"/>
                        <dgm:constr type="t" for="ch" forName="L2TextContainer1" refType="h" fact="0.755"/>
                        <dgm:constr type="w" for="ch" forName="DropPinPlaceHolder1" refType="h" fact="0.16"/>
                        <dgm:constr type="h" for="ch" forName="DropPinPlaceHolder1" refType="h" fact="0.16"/>
                        <dgm:constr type="b" for="ch" forName="DropPinPlaceHolder1" refType="h"/>
                        <dgm:constr type="r" for="ch" forName="DropPinPlaceHolder1" refType="w"/>
                        <dgm:constr type="w" for="ch" forName="ConnectLine1" refType="h" fact="0.01"/>
                        <dgm:constr type="ctrX" for="ch" forName="ConnectLine1" refType="ctrX" refFor="ch" refForName="DropPinPlaceHolder1"/>
                        <dgm:constr type="t" for="ch" forName="ConnectLine1" refType="h" fact="0.51"/>
                        <dgm:constr type="b" for="ch" forName="ConnectLine1" refType="b" refFor="ch" refForName="DropPinPlaceHolder1"/>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b"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DropPinPlaceHolder1">
                <dgm:alg type="composite"/>
                <dgm:shape xmlns:r="http://schemas.openxmlformats.org/officeDocument/2006/relationships" r:blip="">
                  <dgm:adjLst/>
                </dgm:shape>
                <dgm:constrLst>
                  <dgm:constr type="w" for="ch" forName="DropPin1" refType="w" fact="0"/>
                  <dgm:constr type="h" for="ch" forName="DropPin1" refType="h" fact="0"/>
                  <dgm:constr type="ctrX" for="ch" forName="DropPin1" refType="w" fact="0"/>
                  <dgm:constr type="ctrY" for="ch" forName="DropPin1" refType="h" fact="0"/>
                  <dgm:constr type="w" for="ch" forName="Ellipse1" refType="w" refFor="ch" refForName="DropPin1" fact="0"/>
                  <dgm:constr type="h" for="ch" forName="Ellipse1" refType="w" refFor="ch" refForName="DropPin1" fact="0"/>
                  <dgm:constr type="ctrX" for="ch" forName="Ellipse1" refType="ctrX" refFor="ch" refForName="DropPin1" fact="0"/>
                  <dgm:constr type="ctrY" for="ch" forName="Ellipse1" refType="ctrY" refFor="ch" refForName="DropPin1" fact="0"/>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1" styleLbl="dkBgShp">
                <dgm:alg type="sp"/>
                <dgm:shape xmlns:r="http://schemas.openxmlformats.org/officeDocument/2006/relationships" type="rect" r:blip="">
                  <dgm:adjLst/>
                </dgm:shape>
                <dgm:presOf/>
                <dgm:constrLst/>
              </dgm:layoutNode>
              <dgm:layoutNode name="ConnectorPoint1" moveWith="ConnectLine1">
                <dgm:alg type="composite"/>
                <dgm:shape xmlns:r="http://schemas.openxmlformats.org/officeDocument/2006/relationships" r:blip="">
                  <dgm:adjLst/>
                </dgm:shape>
                <dgm:presOf/>
                <dgm:constrLst>
                  <dgm:constr type="w" for="ch" forName="Bullet1" refType="w"/>
                  <dgm:constr type="h" for="ch" forName="Bullet1" refType="w"/>
                  <dgm:constr type="ctrX" for="ch" forName="Bullet1" refType="w" fact="0.5"/>
                  <dgm:constr type="ctrY" for="ch" forName="Bullet1" refType="h" fact="0.5"/>
                </dgm:constrLst>
                <dgm:layoutNode name="Bullet1" styleLbl="lnNode1">
                  <dgm:alg type="sp"/>
                  <dgm:shape xmlns:r="http://schemas.openxmlformats.org/officeDocument/2006/relationships" type="ellipse" r:blip="" zOrderOff="10">
                    <dgm:adjLst/>
                  </dgm:shape>
                  <dgm:presOf/>
                  <dgm:constrLst/>
                </dgm:layoutNode>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t" refFor="ch" refForName="DropPinPlaceHolder"/>
                        <dgm:constr type="w" for="ch" forName="DropPinPlaceHolder" refType="h" fact="0.16"/>
                        <dgm:constr type="h" for="ch" forName="DropPinPlaceHolder" refType="h" fact="0.16"/>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h" fact="0.16"/>
                        <dgm:constr type="b" for="ch" forName="L2TextContainer" refType="h" fact="0.45"/>
                        <dgm:constr type="w" for="ch" forName="L1TextContainer" refType="w" fact="0.83"/>
                        <dgm:constr type="l" for="ch" forName="L1TextContainer" refType="r" refFor="ch" refForName="DropPinPlaceHolder"/>
                        <dgm:constr type="t" for="ch" forName="L1TextContainer" refType="h" fact="0.01"/>
                        <dgm:constr type="b" for="ch" forName="L1TextContainer" refType="h" fact="0.16"/>
                        <dgm:constr type="w" for="ch" forName="ConnectLine" refType="h" fact="0.01"/>
                        <dgm:constr type="ctrX" for="ch" forName="ConnectLine" refType="ctrX" refFor="ch" refForName="DropPinPlaceHolder"/>
                        <dgm:constr type="b" for="ch" forName="ConnectLine" refType="h" fact="0.49"/>
                        <dgm:constr type="t" for="ch" forName="ConnectLine" refType="b" refFor="ch" refForName="DropPinPlaceHolder" fact="0"/>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b" refFor="ch" refForName="DropPinPlaceHolder"/>
                        <dgm:constr type="w" for="ch" forName="DropPinPlaceHolder" refType="h" fact="0.16"/>
                        <dgm:constr type="h" for="ch" forName="DropPinPlaceHolder" refType="h" fact="0.16"/>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b" for="ch" forName="L1TextContainer" refType="h" fact="0.755"/>
                        <dgm:constr type="t" for="ch" forName="L1TextContainer" refType="h" fact="0.6"/>
                        <dgm:constr type="w" for="ch" forName="L2TextContainer" refType="w" fact="0.83"/>
                        <dgm:constr type="l" for="ch" forName="L2TextContainer" refType="r" refFor="ch" refForName="DropPinPlaceHolder"/>
                        <dgm:constr type="b" for="ch" forName="L2TextContainer" refType="h" fact="0.99"/>
                        <dgm:constr type="t" for="ch" forName="L2TextContainer" refType="h" fact="0.755"/>
                        <dgm:constr type="w" for="ch" forName="ConnectLine" refType="h" fact="0.01"/>
                        <dgm:constr type="ctrX" for="ch" forName="ConnectLine" refType="ctrX" refFor="ch" refForName="DropPinPlaceHolder"/>
                        <dgm:constr type="t" for="ch" forName="ConnectLine" refType="h" fact="0.51"/>
                        <dgm:constr type="b" for="ch" forName="ConnectLine" refType="b"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L1TextContainer" refType="w" fact="0.83"/>
                        <dgm:constr type="l" for="ch" forName="L1TextContainer" refType="w" fact="0"/>
                        <dgm:constr type="t" for="ch" forName="L1TextContainer" refType="h" fact="0.01"/>
                        <dgm:constr type="b" for="ch" forName="L1TextContainer" refType="h" fact="0.16"/>
                        <dgm:constr type="w" for="ch" forName="L2TextContainer" refType="w" fact="0.83"/>
                        <dgm:constr type="l" for="ch" forName="L2TextContainer" refType="w" fact="0"/>
                        <dgm:constr type="t" for="ch" forName="L2TextContainer" refType="h" fact="0.16"/>
                        <dgm:constr type="b" for="ch" forName="L2TextContainer" refType="h" fact="0.45"/>
                        <dgm:constr type="w" for="ch" forName="DropPinPlaceHolder" refType="h" fact="0.16"/>
                        <dgm:constr type="h" for="ch" forName="DropPinPlaceHolder" refType="h" fact="0.16"/>
                        <dgm:constr type="t" for="ch" forName="DropPinPlaceHolder" refType="h" fact="0"/>
                        <dgm:constr type="r" for="ch" forName="DropPinPlaceHolder" refType="w"/>
                        <dgm:constr type="w" for="ch" forName="ConnectLine" refType="h" fact="0.01"/>
                        <dgm:constr type="ctrX" for="ch" forName="ConnectLine" refType="ctrX" refFor="ch" refForName="DropPinPlaceHolder"/>
                        <dgm:constr type="b" for="ch" forName="ConnectLine" refType="h" fact="0.49"/>
                        <dgm:constr type="t" for="ch" forName="ConnectLine" refType="b" refFor="ch" refForName="DropPinPlaceHolder" fact="0"/>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t" refFor="ch" refForName="DropPinPlaceHolder"/>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L1TextContainer" refType="w" fact="0.83"/>
                        <dgm:constr type="l" for="ch" forName="L1TextContainer" refType="w" fact="0"/>
                        <dgm:constr type="b" for="ch" forName="L1TextContainer" refType="h" fact="0.755"/>
                        <dgm:constr type="t" for="ch" forName="L1TextContainer" refType="h" fact="0.6"/>
                        <dgm:constr type="w" for="ch" forName="L2TextContainer" refType="w" fact="0.83"/>
                        <dgm:constr type="l" for="ch" forName="L2TextContainer" refType="w" fact="0"/>
                        <dgm:constr type="b" for="ch" forName="L2TextContainer" refType="h" fact="0.99"/>
                        <dgm:constr type="t" for="ch" forName="L2TextContainer" refType="h" fact="0.755"/>
                        <dgm:constr type="w" for="ch" forName="DropPinPlaceHolder" refType="h" fact="0.16"/>
                        <dgm:constr type="h" for="ch" forName="DropPinPlaceHolder" refType="h" fact="0.16"/>
                        <dgm:constr type="b" for="ch" forName="DropPinPlaceHolder" refType="h"/>
                        <dgm:constr type="r" for="ch" forName="DropPinPlaceHolder" refType="w"/>
                        <dgm:constr type="w" for="ch" forName="ConnectLine" refType="h" fact="0.01"/>
                        <dgm:constr type="ctrX" for="ch" forName="ConnectLine" refType="ctrX" refFor="ch" refForName="DropPinPlaceHolder"/>
                        <dgm:constr type="t" for="ch" forName="ConnectLine" refType="h" fact="0.51"/>
                        <dgm:constr type="b" for="ch" forName="ConnectLine" refType="b" refFor="ch" refForName="DropPinPlaceHolder"/>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b"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DropPinPlaceHolder">
                <dgm:alg type="composite"/>
                <dgm:shape xmlns:r="http://schemas.openxmlformats.org/officeDocument/2006/relationships" r:blip="">
                  <dgm:adjLst/>
                </dgm:shape>
                <dgm:constrLst>
                  <dgm:constr type="w" for="ch" forName="DropPin" refType="w" fact="0"/>
                  <dgm:constr type="h" for="ch" forName="DropPin" refType="h" fact="0"/>
                  <dgm:constr type="ctrX" for="ch" forName="DropPin" refType="w" fact="0"/>
                  <dgm:constr type="ctrY" for="ch" forName="DropPin" refType="h" fact="0"/>
                  <dgm:constr type="w" for="ch" forName="Ellipse" refType="w" refFor="ch" refForName="DropPin" fact="0"/>
                  <dgm:constr type="h" for="ch" forName="Ellipse" refType="w" refFor="ch" refForName="DropPin" fact="0"/>
                  <dgm:constr type="ctrX" for="ch" forName="Ellipse" refType="ctrX" refFor="ch" refForName="DropPin" fact="0"/>
                  <dgm:constr type="ctrY" for="ch" forName="Ellipse" refType="ctrY" refFor="ch" refForName="DropPin" fact="0"/>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 styleLbl="dkBgShp">
                <dgm:alg type="sp"/>
                <dgm:shape xmlns:r="http://schemas.openxmlformats.org/officeDocument/2006/relationships" type="rect" r:blip="">
                  <dgm:adjLst/>
                </dgm:shape>
                <dgm:presOf/>
                <dgm:constrLst/>
              </dgm:layoutNode>
              <dgm:layoutNode name="ConnectorPoint" moveWith="ConnectLine">
                <dgm:alg type="composite"/>
                <dgm:shape xmlns:r="http://schemas.openxmlformats.org/officeDocument/2006/relationships" r:blip="">
                  <dgm:adjLst/>
                </dgm:shape>
                <dgm:presOf/>
                <dgm:constrLst>
                  <dgm:constr type="w" for="ch" forName="Bullet" refType="w"/>
                  <dgm:constr type="h" for="ch" forName="Bullet" refType="w"/>
                  <dgm:constr type="ctrX" for="ch" forName="Bullet" refType="w" fact="0.5"/>
                  <dgm:constr type="ctrY" for="ch" forName="Bullet" refType="h" fact="0.5"/>
                </dgm:constrLst>
                <dgm:layoutNode name="Bullet" styleLbl="lnNode1">
                  <dgm:alg type="sp"/>
                  <dgm:shape xmlns:r="http://schemas.openxmlformats.org/officeDocument/2006/relationships" type="ellipse" r:blip="" zOrderOff="10">
                    <dgm:adjLst/>
                  </dgm:shape>
                  <dgm:presOf/>
                  <dgm:constrLst/>
                </dgm:layoutNode>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92C09B-E972-4080-8890-842FEDD1ECAF}" type="datetimeFigureOut">
              <a:rPr lang="en-IN" smtClean="0"/>
              <a:t>16-08-2026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EB956C-8DA6-486D-A534-7AFEE9D58BCD}" type="slidenum">
              <a:rPr lang="en-IN" smtClean="0"/>
              <a:t>‹#›</a:t>
            </a:fld>
            <a:endParaRPr lang="en-IN"/>
          </a:p>
        </p:txBody>
      </p:sp>
    </p:spTree>
    <p:extLst>
      <p:ext uri="{BB962C8B-B14F-4D97-AF65-F5344CB8AC3E}">
        <p14:creationId xmlns:p14="http://schemas.microsoft.com/office/powerpoint/2010/main" val="3975476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1EB956C-8DA6-486D-A534-7AFEE9D58BCD}" type="slidenum">
              <a:rPr lang="en-IN" smtClean="0"/>
              <a:t>1</a:t>
            </a:fld>
            <a:endParaRPr lang="en-IN"/>
          </a:p>
        </p:txBody>
      </p:sp>
    </p:spTree>
    <p:extLst>
      <p:ext uri="{BB962C8B-B14F-4D97-AF65-F5344CB8AC3E}">
        <p14:creationId xmlns:p14="http://schemas.microsoft.com/office/powerpoint/2010/main" val="28693348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1EB956C-8DA6-486D-A534-7AFEE9D58BCD}" type="slidenum">
              <a:rPr lang="en-IN" smtClean="0"/>
              <a:t>3</a:t>
            </a:fld>
            <a:endParaRPr lang="en-IN"/>
          </a:p>
        </p:txBody>
      </p:sp>
    </p:spTree>
    <p:extLst>
      <p:ext uri="{BB962C8B-B14F-4D97-AF65-F5344CB8AC3E}">
        <p14:creationId xmlns:p14="http://schemas.microsoft.com/office/powerpoint/2010/main" val="30104758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DB23A-60E0-63A6-D8EF-8EB23C2227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978CCA0-82A0-33E8-6242-624AF212A7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5A9530C-8F44-535E-E344-E0F48273FAE3}"/>
              </a:ext>
            </a:extLst>
          </p:cNvPr>
          <p:cNvSpPr>
            <a:spLocks noGrp="1"/>
          </p:cNvSpPr>
          <p:nvPr>
            <p:ph type="dt" sz="half" idx="10"/>
          </p:nvPr>
        </p:nvSpPr>
        <p:spPr/>
        <p:txBody>
          <a:bodyPr/>
          <a:lstStyle/>
          <a:p>
            <a:fld id="{44BCE17B-F296-47A7-8AF7-7D29DE3990A2}" type="datetimeFigureOut">
              <a:rPr lang="en-IN" smtClean="0"/>
              <a:t>16-08-2026</a:t>
            </a:fld>
            <a:endParaRPr lang="en-IN"/>
          </a:p>
        </p:txBody>
      </p:sp>
      <p:sp>
        <p:nvSpPr>
          <p:cNvPr id="5" name="Footer Placeholder 4">
            <a:extLst>
              <a:ext uri="{FF2B5EF4-FFF2-40B4-BE49-F238E27FC236}">
                <a16:creationId xmlns:a16="http://schemas.microsoft.com/office/drawing/2014/main" id="{9B796820-110C-2683-527F-4667459C71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A01819-1CC4-51DA-4503-BE5911E4B20D}"/>
              </a:ext>
            </a:extLst>
          </p:cNvPr>
          <p:cNvSpPr>
            <a:spLocks noGrp="1"/>
          </p:cNvSpPr>
          <p:nvPr>
            <p:ph type="sldNum" sz="quarter" idx="12"/>
          </p:nvPr>
        </p:nvSpPr>
        <p:spPr/>
        <p:txBody>
          <a:bodyPr/>
          <a:lstStyle/>
          <a:p>
            <a:fld id="{8DD5E826-F399-43B3-BD90-83470A90FE97}" type="slidenum">
              <a:rPr lang="en-IN" smtClean="0"/>
              <a:t>‹#›</a:t>
            </a:fld>
            <a:endParaRPr lang="en-IN"/>
          </a:p>
        </p:txBody>
      </p:sp>
    </p:spTree>
    <p:extLst>
      <p:ext uri="{BB962C8B-B14F-4D97-AF65-F5344CB8AC3E}">
        <p14:creationId xmlns:p14="http://schemas.microsoft.com/office/powerpoint/2010/main" val="1232691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83993-C5CC-DA05-F05A-E1FA91D8E8C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EC97FB2-F2D1-CE99-CC13-710C635E14F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B5DBCA-550D-F887-FB88-A837DE86D2D4}"/>
              </a:ext>
            </a:extLst>
          </p:cNvPr>
          <p:cNvSpPr>
            <a:spLocks noGrp="1"/>
          </p:cNvSpPr>
          <p:nvPr>
            <p:ph type="dt" sz="half" idx="10"/>
          </p:nvPr>
        </p:nvSpPr>
        <p:spPr/>
        <p:txBody>
          <a:bodyPr/>
          <a:lstStyle/>
          <a:p>
            <a:fld id="{44BCE17B-F296-47A7-8AF7-7D29DE3990A2}" type="datetimeFigureOut">
              <a:rPr lang="en-IN" smtClean="0"/>
              <a:t>16-08-2026</a:t>
            </a:fld>
            <a:endParaRPr lang="en-IN"/>
          </a:p>
        </p:txBody>
      </p:sp>
      <p:sp>
        <p:nvSpPr>
          <p:cNvPr id="5" name="Footer Placeholder 4">
            <a:extLst>
              <a:ext uri="{FF2B5EF4-FFF2-40B4-BE49-F238E27FC236}">
                <a16:creationId xmlns:a16="http://schemas.microsoft.com/office/drawing/2014/main" id="{8106BA3F-5702-FCC5-5753-D0EC25408D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DDC34E-7DEF-74EF-CE96-C0DB09B2DE6C}"/>
              </a:ext>
            </a:extLst>
          </p:cNvPr>
          <p:cNvSpPr>
            <a:spLocks noGrp="1"/>
          </p:cNvSpPr>
          <p:nvPr>
            <p:ph type="sldNum" sz="quarter" idx="12"/>
          </p:nvPr>
        </p:nvSpPr>
        <p:spPr/>
        <p:txBody>
          <a:bodyPr/>
          <a:lstStyle/>
          <a:p>
            <a:fld id="{8DD5E826-F399-43B3-BD90-83470A90FE97}" type="slidenum">
              <a:rPr lang="en-IN" smtClean="0"/>
              <a:t>‹#›</a:t>
            </a:fld>
            <a:endParaRPr lang="en-IN"/>
          </a:p>
        </p:txBody>
      </p:sp>
    </p:spTree>
    <p:extLst>
      <p:ext uri="{BB962C8B-B14F-4D97-AF65-F5344CB8AC3E}">
        <p14:creationId xmlns:p14="http://schemas.microsoft.com/office/powerpoint/2010/main" val="1815358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A1B51-DDF5-B628-B409-6FC4DF7FA4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BB60271-EC97-6429-4A41-D5BB936CB18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31B3033-46A6-0B0C-528A-472DDDAFBC88}"/>
              </a:ext>
            </a:extLst>
          </p:cNvPr>
          <p:cNvSpPr>
            <a:spLocks noGrp="1"/>
          </p:cNvSpPr>
          <p:nvPr>
            <p:ph type="dt" sz="half" idx="10"/>
          </p:nvPr>
        </p:nvSpPr>
        <p:spPr/>
        <p:txBody>
          <a:bodyPr/>
          <a:lstStyle/>
          <a:p>
            <a:fld id="{44BCE17B-F296-47A7-8AF7-7D29DE3990A2}" type="datetimeFigureOut">
              <a:rPr lang="en-IN" smtClean="0"/>
              <a:t>16-08-2026</a:t>
            </a:fld>
            <a:endParaRPr lang="en-IN"/>
          </a:p>
        </p:txBody>
      </p:sp>
      <p:sp>
        <p:nvSpPr>
          <p:cNvPr id="5" name="Footer Placeholder 4">
            <a:extLst>
              <a:ext uri="{FF2B5EF4-FFF2-40B4-BE49-F238E27FC236}">
                <a16:creationId xmlns:a16="http://schemas.microsoft.com/office/drawing/2014/main" id="{4E26FBBF-1357-6E84-B1D4-AA30FDEBAE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86E1F4-AB94-6D45-4560-E209660D8632}"/>
              </a:ext>
            </a:extLst>
          </p:cNvPr>
          <p:cNvSpPr>
            <a:spLocks noGrp="1"/>
          </p:cNvSpPr>
          <p:nvPr>
            <p:ph type="sldNum" sz="quarter" idx="12"/>
          </p:nvPr>
        </p:nvSpPr>
        <p:spPr/>
        <p:txBody>
          <a:bodyPr/>
          <a:lstStyle/>
          <a:p>
            <a:fld id="{8DD5E826-F399-43B3-BD90-83470A90FE97}" type="slidenum">
              <a:rPr lang="en-IN" smtClean="0"/>
              <a:t>‹#›</a:t>
            </a:fld>
            <a:endParaRPr lang="en-IN"/>
          </a:p>
        </p:txBody>
      </p:sp>
    </p:spTree>
    <p:extLst>
      <p:ext uri="{BB962C8B-B14F-4D97-AF65-F5344CB8AC3E}">
        <p14:creationId xmlns:p14="http://schemas.microsoft.com/office/powerpoint/2010/main" val="33356256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1509C-331D-A5F1-47CA-37D676A6D0D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5EEF8AA-F5D2-7885-ACCF-D6B22EBD62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317CB68-A193-1264-1EF9-9C90938565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AF2A903-8E6C-9685-0B88-E0B5C94BD445}"/>
              </a:ext>
            </a:extLst>
          </p:cNvPr>
          <p:cNvSpPr>
            <a:spLocks noGrp="1"/>
          </p:cNvSpPr>
          <p:nvPr>
            <p:ph type="dt" sz="half" idx="10"/>
          </p:nvPr>
        </p:nvSpPr>
        <p:spPr/>
        <p:txBody>
          <a:bodyPr/>
          <a:lstStyle/>
          <a:p>
            <a:fld id="{44BCE17B-F296-47A7-8AF7-7D29DE3990A2}" type="datetimeFigureOut">
              <a:rPr lang="en-IN" smtClean="0"/>
              <a:t>16-08-2026</a:t>
            </a:fld>
            <a:endParaRPr lang="en-IN"/>
          </a:p>
        </p:txBody>
      </p:sp>
      <p:sp>
        <p:nvSpPr>
          <p:cNvPr id="6" name="Footer Placeholder 5">
            <a:extLst>
              <a:ext uri="{FF2B5EF4-FFF2-40B4-BE49-F238E27FC236}">
                <a16:creationId xmlns:a16="http://schemas.microsoft.com/office/drawing/2014/main" id="{A307EB76-9EAE-40A3-AA48-CC92C6EA0AE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BFC004-8A3C-300B-C21F-580B8B36320D}"/>
              </a:ext>
            </a:extLst>
          </p:cNvPr>
          <p:cNvSpPr>
            <a:spLocks noGrp="1"/>
          </p:cNvSpPr>
          <p:nvPr>
            <p:ph type="sldNum" sz="quarter" idx="12"/>
          </p:nvPr>
        </p:nvSpPr>
        <p:spPr/>
        <p:txBody>
          <a:bodyPr/>
          <a:lstStyle/>
          <a:p>
            <a:fld id="{8DD5E826-F399-43B3-BD90-83470A90FE97}" type="slidenum">
              <a:rPr lang="en-IN" smtClean="0"/>
              <a:t>‹#›</a:t>
            </a:fld>
            <a:endParaRPr lang="en-IN"/>
          </a:p>
        </p:txBody>
      </p:sp>
    </p:spTree>
    <p:extLst>
      <p:ext uri="{BB962C8B-B14F-4D97-AF65-F5344CB8AC3E}">
        <p14:creationId xmlns:p14="http://schemas.microsoft.com/office/powerpoint/2010/main" val="2707318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0B3DD-83DD-9F91-4311-EE3D9ECB6E7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846E7A9-4C9A-9497-206C-D1C670EDD2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78652DD-CAD2-D605-126C-B3B6F92BC53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00EF10B-4F6C-5175-4624-31B2B2A632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465B36-A633-99E4-99C8-3D649C17EED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A1C3671-007A-9F0E-7B89-B87670F39662}"/>
              </a:ext>
            </a:extLst>
          </p:cNvPr>
          <p:cNvSpPr>
            <a:spLocks noGrp="1"/>
          </p:cNvSpPr>
          <p:nvPr>
            <p:ph type="dt" sz="half" idx="10"/>
          </p:nvPr>
        </p:nvSpPr>
        <p:spPr/>
        <p:txBody>
          <a:bodyPr/>
          <a:lstStyle/>
          <a:p>
            <a:fld id="{44BCE17B-F296-47A7-8AF7-7D29DE3990A2}" type="datetimeFigureOut">
              <a:rPr lang="en-IN" smtClean="0"/>
              <a:t>16-08-2026</a:t>
            </a:fld>
            <a:endParaRPr lang="en-IN"/>
          </a:p>
        </p:txBody>
      </p:sp>
      <p:sp>
        <p:nvSpPr>
          <p:cNvPr id="8" name="Footer Placeholder 7">
            <a:extLst>
              <a:ext uri="{FF2B5EF4-FFF2-40B4-BE49-F238E27FC236}">
                <a16:creationId xmlns:a16="http://schemas.microsoft.com/office/drawing/2014/main" id="{DE2BCC8B-0AAA-3916-B1FD-F82149CF884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678DC20-347E-ED3D-6DEB-B4CE55808623}"/>
              </a:ext>
            </a:extLst>
          </p:cNvPr>
          <p:cNvSpPr>
            <a:spLocks noGrp="1"/>
          </p:cNvSpPr>
          <p:nvPr>
            <p:ph type="sldNum" sz="quarter" idx="12"/>
          </p:nvPr>
        </p:nvSpPr>
        <p:spPr/>
        <p:txBody>
          <a:bodyPr/>
          <a:lstStyle/>
          <a:p>
            <a:fld id="{8DD5E826-F399-43B3-BD90-83470A90FE97}" type="slidenum">
              <a:rPr lang="en-IN" smtClean="0"/>
              <a:t>‹#›</a:t>
            </a:fld>
            <a:endParaRPr lang="en-IN"/>
          </a:p>
        </p:txBody>
      </p:sp>
    </p:spTree>
    <p:extLst>
      <p:ext uri="{BB962C8B-B14F-4D97-AF65-F5344CB8AC3E}">
        <p14:creationId xmlns:p14="http://schemas.microsoft.com/office/powerpoint/2010/main" val="3281377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0F717-FC08-F1A7-5F18-1154E69D0E4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8DD0CC7-2235-9893-BDA4-B86DB9E15299}"/>
              </a:ext>
            </a:extLst>
          </p:cNvPr>
          <p:cNvSpPr>
            <a:spLocks noGrp="1"/>
          </p:cNvSpPr>
          <p:nvPr>
            <p:ph type="dt" sz="half" idx="10"/>
          </p:nvPr>
        </p:nvSpPr>
        <p:spPr/>
        <p:txBody>
          <a:bodyPr/>
          <a:lstStyle/>
          <a:p>
            <a:fld id="{44BCE17B-F296-47A7-8AF7-7D29DE3990A2}" type="datetimeFigureOut">
              <a:rPr lang="en-IN" smtClean="0"/>
              <a:t>16-08-2026</a:t>
            </a:fld>
            <a:endParaRPr lang="en-IN"/>
          </a:p>
        </p:txBody>
      </p:sp>
      <p:sp>
        <p:nvSpPr>
          <p:cNvPr id="4" name="Footer Placeholder 3">
            <a:extLst>
              <a:ext uri="{FF2B5EF4-FFF2-40B4-BE49-F238E27FC236}">
                <a16:creationId xmlns:a16="http://schemas.microsoft.com/office/drawing/2014/main" id="{C92FE5B8-CD55-E710-7054-6616EC073FB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4AEA6FC-9117-5443-23AF-5EEEDD9D9CFE}"/>
              </a:ext>
            </a:extLst>
          </p:cNvPr>
          <p:cNvSpPr>
            <a:spLocks noGrp="1"/>
          </p:cNvSpPr>
          <p:nvPr>
            <p:ph type="sldNum" sz="quarter" idx="12"/>
          </p:nvPr>
        </p:nvSpPr>
        <p:spPr/>
        <p:txBody>
          <a:bodyPr/>
          <a:lstStyle/>
          <a:p>
            <a:fld id="{8DD5E826-F399-43B3-BD90-83470A90FE97}" type="slidenum">
              <a:rPr lang="en-IN" smtClean="0"/>
              <a:t>‹#›</a:t>
            </a:fld>
            <a:endParaRPr lang="en-IN"/>
          </a:p>
        </p:txBody>
      </p:sp>
    </p:spTree>
    <p:extLst>
      <p:ext uri="{BB962C8B-B14F-4D97-AF65-F5344CB8AC3E}">
        <p14:creationId xmlns:p14="http://schemas.microsoft.com/office/powerpoint/2010/main" val="35216474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725AAA-273A-E473-2092-7C20B4926728}"/>
              </a:ext>
            </a:extLst>
          </p:cNvPr>
          <p:cNvSpPr>
            <a:spLocks noGrp="1"/>
          </p:cNvSpPr>
          <p:nvPr>
            <p:ph type="dt" sz="half" idx="10"/>
          </p:nvPr>
        </p:nvSpPr>
        <p:spPr/>
        <p:txBody>
          <a:bodyPr/>
          <a:lstStyle/>
          <a:p>
            <a:fld id="{44BCE17B-F296-47A7-8AF7-7D29DE3990A2}" type="datetimeFigureOut">
              <a:rPr lang="en-IN" smtClean="0"/>
              <a:t>16-08-2026</a:t>
            </a:fld>
            <a:endParaRPr lang="en-IN"/>
          </a:p>
        </p:txBody>
      </p:sp>
      <p:sp>
        <p:nvSpPr>
          <p:cNvPr id="3" name="Footer Placeholder 2">
            <a:extLst>
              <a:ext uri="{FF2B5EF4-FFF2-40B4-BE49-F238E27FC236}">
                <a16:creationId xmlns:a16="http://schemas.microsoft.com/office/drawing/2014/main" id="{5D334F17-0AD5-FDBF-A4EC-7C95174B618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41DD8DB-548D-F242-2EF2-47BD38F4A14D}"/>
              </a:ext>
            </a:extLst>
          </p:cNvPr>
          <p:cNvSpPr>
            <a:spLocks noGrp="1"/>
          </p:cNvSpPr>
          <p:nvPr>
            <p:ph type="sldNum" sz="quarter" idx="12"/>
          </p:nvPr>
        </p:nvSpPr>
        <p:spPr/>
        <p:txBody>
          <a:bodyPr/>
          <a:lstStyle/>
          <a:p>
            <a:fld id="{8DD5E826-F399-43B3-BD90-83470A90FE97}" type="slidenum">
              <a:rPr lang="en-IN" smtClean="0"/>
              <a:t>‹#›</a:t>
            </a:fld>
            <a:endParaRPr lang="en-IN"/>
          </a:p>
        </p:txBody>
      </p:sp>
    </p:spTree>
    <p:extLst>
      <p:ext uri="{BB962C8B-B14F-4D97-AF65-F5344CB8AC3E}">
        <p14:creationId xmlns:p14="http://schemas.microsoft.com/office/powerpoint/2010/main" val="643728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3C1F2-B5FF-65AF-79E7-6BC7D8B852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57CE94A-8E78-432D-4CCC-5B9A637D7E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E83B5EA-9EAA-8EA1-F94B-BD253AE9D5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22A031-EEE5-CCB4-5680-EF5F1F530783}"/>
              </a:ext>
            </a:extLst>
          </p:cNvPr>
          <p:cNvSpPr>
            <a:spLocks noGrp="1"/>
          </p:cNvSpPr>
          <p:nvPr>
            <p:ph type="dt" sz="half" idx="10"/>
          </p:nvPr>
        </p:nvSpPr>
        <p:spPr/>
        <p:txBody>
          <a:bodyPr/>
          <a:lstStyle/>
          <a:p>
            <a:fld id="{44BCE17B-F296-47A7-8AF7-7D29DE3990A2}" type="datetimeFigureOut">
              <a:rPr lang="en-IN" smtClean="0"/>
              <a:t>16-08-2026</a:t>
            </a:fld>
            <a:endParaRPr lang="en-IN"/>
          </a:p>
        </p:txBody>
      </p:sp>
      <p:sp>
        <p:nvSpPr>
          <p:cNvPr id="6" name="Footer Placeholder 5">
            <a:extLst>
              <a:ext uri="{FF2B5EF4-FFF2-40B4-BE49-F238E27FC236}">
                <a16:creationId xmlns:a16="http://schemas.microsoft.com/office/drawing/2014/main" id="{D75C61A5-5C95-42B5-9A2E-2A51541FA5E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015DD39-6B8B-4FE3-A8C8-FFD62A64098E}"/>
              </a:ext>
            </a:extLst>
          </p:cNvPr>
          <p:cNvSpPr>
            <a:spLocks noGrp="1"/>
          </p:cNvSpPr>
          <p:nvPr>
            <p:ph type="sldNum" sz="quarter" idx="12"/>
          </p:nvPr>
        </p:nvSpPr>
        <p:spPr/>
        <p:txBody>
          <a:bodyPr/>
          <a:lstStyle/>
          <a:p>
            <a:fld id="{8DD5E826-F399-43B3-BD90-83470A90FE97}" type="slidenum">
              <a:rPr lang="en-IN" smtClean="0"/>
              <a:t>‹#›</a:t>
            </a:fld>
            <a:endParaRPr lang="en-IN"/>
          </a:p>
        </p:txBody>
      </p:sp>
    </p:spTree>
    <p:extLst>
      <p:ext uri="{BB962C8B-B14F-4D97-AF65-F5344CB8AC3E}">
        <p14:creationId xmlns:p14="http://schemas.microsoft.com/office/powerpoint/2010/main" val="19205596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55EFA-7B3D-7437-7239-249D9FC74D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801E020-0D34-503E-4EE1-1D0AE25D6B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D870D4A-6EF2-D483-A796-F6E9A97756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F698DD-B65F-DC65-7E02-3ACDBB0649B6}"/>
              </a:ext>
            </a:extLst>
          </p:cNvPr>
          <p:cNvSpPr>
            <a:spLocks noGrp="1"/>
          </p:cNvSpPr>
          <p:nvPr>
            <p:ph type="dt" sz="half" idx="10"/>
          </p:nvPr>
        </p:nvSpPr>
        <p:spPr/>
        <p:txBody>
          <a:bodyPr/>
          <a:lstStyle/>
          <a:p>
            <a:fld id="{44BCE17B-F296-47A7-8AF7-7D29DE3990A2}" type="datetimeFigureOut">
              <a:rPr lang="en-IN" smtClean="0"/>
              <a:t>16-08-2026</a:t>
            </a:fld>
            <a:endParaRPr lang="en-IN"/>
          </a:p>
        </p:txBody>
      </p:sp>
      <p:sp>
        <p:nvSpPr>
          <p:cNvPr id="6" name="Footer Placeholder 5">
            <a:extLst>
              <a:ext uri="{FF2B5EF4-FFF2-40B4-BE49-F238E27FC236}">
                <a16:creationId xmlns:a16="http://schemas.microsoft.com/office/drawing/2014/main" id="{8F82654D-BA57-90DD-CAA9-0A9251D6F8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088D270-A8A4-1021-BB90-2C0823A72709}"/>
              </a:ext>
            </a:extLst>
          </p:cNvPr>
          <p:cNvSpPr>
            <a:spLocks noGrp="1"/>
          </p:cNvSpPr>
          <p:nvPr>
            <p:ph type="sldNum" sz="quarter" idx="12"/>
          </p:nvPr>
        </p:nvSpPr>
        <p:spPr/>
        <p:txBody>
          <a:bodyPr/>
          <a:lstStyle/>
          <a:p>
            <a:fld id="{8DD5E826-F399-43B3-BD90-83470A90FE97}" type="slidenum">
              <a:rPr lang="en-IN" smtClean="0"/>
              <a:t>‹#›</a:t>
            </a:fld>
            <a:endParaRPr lang="en-IN"/>
          </a:p>
        </p:txBody>
      </p:sp>
    </p:spTree>
    <p:extLst>
      <p:ext uri="{BB962C8B-B14F-4D97-AF65-F5344CB8AC3E}">
        <p14:creationId xmlns:p14="http://schemas.microsoft.com/office/powerpoint/2010/main" val="16219779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560CF-D4BA-46DE-E10B-FC06861EF22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E7493F-D173-1290-2928-3417875D2D0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99B62B-E4E6-1A81-6E27-653F1A8D3F2D}"/>
              </a:ext>
            </a:extLst>
          </p:cNvPr>
          <p:cNvSpPr>
            <a:spLocks noGrp="1"/>
          </p:cNvSpPr>
          <p:nvPr>
            <p:ph type="dt" sz="half" idx="10"/>
          </p:nvPr>
        </p:nvSpPr>
        <p:spPr/>
        <p:txBody>
          <a:bodyPr/>
          <a:lstStyle/>
          <a:p>
            <a:fld id="{44BCE17B-F296-47A7-8AF7-7D29DE3990A2}" type="datetimeFigureOut">
              <a:rPr lang="en-IN" smtClean="0"/>
              <a:t>16-08-2026</a:t>
            </a:fld>
            <a:endParaRPr lang="en-IN"/>
          </a:p>
        </p:txBody>
      </p:sp>
      <p:sp>
        <p:nvSpPr>
          <p:cNvPr id="5" name="Footer Placeholder 4">
            <a:extLst>
              <a:ext uri="{FF2B5EF4-FFF2-40B4-BE49-F238E27FC236}">
                <a16:creationId xmlns:a16="http://schemas.microsoft.com/office/drawing/2014/main" id="{60495647-1C99-E16D-FBA6-7FF826FF52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BD4279-DCB0-37D5-2169-452610F4D550}"/>
              </a:ext>
            </a:extLst>
          </p:cNvPr>
          <p:cNvSpPr>
            <a:spLocks noGrp="1"/>
          </p:cNvSpPr>
          <p:nvPr>
            <p:ph type="sldNum" sz="quarter" idx="12"/>
          </p:nvPr>
        </p:nvSpPr>
        <p:spPr/>
        <p:txBody>
          <a:bodyPr/>
          <a:lstStyle/>
          <a:p>
            <a:fld id="{8DD5E826-F399-43B3-BD90-83470A90FE97}" type="slidenum">
              <a:rPr lang="en-IN" smtClean="0"/>
              <a:t>‹#›</a:t>
            </a:fld>
            <a:endParaRPr lang="en-IN"/>
          </a:p>
        </p:txBody>
      </p:sp>
    </p:spTree>
    <p:extLst>
      <p:ext uri="{BB962C8B-B14F-4D97-AF65-F5344CB8AC3E}">
        <p14:creationId xmlns:p14="http://schemas.microsoft.com/office/powerpoint/2010/main" val="26452160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037DAE-62BD-E336-4BE5-38EF4D1DE17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4F647E5-3994-8602-79BA-2185286781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F5751C-6BB7-1AAB-5C46-F46429F75A2E}"/>
              </a:ext>
            </a:extLst>
          </p:cNvPr>
          <p:cNvSpPr>
            <a:spLocks noGrp="1"/>
          </p:cNvSpPr>
          <p:nvPr>
            <p:ph type="dt" sz="half" idx="10"/>
          </p:nvPr>
        </p:nvSpPr>
        <p:spPr/>
        <p:txBody>
          <a:bodyPr/>
          <a:lstStyle/>
          <a:p>
            <a:fld id="{44BCE17B-F296-47A7-8AF7-7D29DE3990A2}" type="datetimeFigureOut">
              <a:rPr lang="en-IN" smtClean="0"/>
              <a:t>16-08-2026</a:t>
            </a:fld>
            <a:endParaRPr lang="en-IN"/>
          </a:p>
        </p:txBody>
      </p:sp>
      <p:sp>
        <p:nvSpPr>
          <p:cNvPr id="5" name="Footer Placeholder 4">
            <a:extLst>
              <a:ext uri="{FF2B5EF4-FFF2-40B4-BE49-F238E27FC236}">
                <a16:creationId xmlns:a16="http://schemas.microsoft.com/office/drawing/2014/main" id="{0C508FC2-62A9-4E69-F317-CA979B0037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1051B6-88BD-C715-B849-1AF75F348BA7}"/>
              </a:ext>
            </a:extLst>
          </p:cNvPr>
          <p:cNvSpPr>
            <a:spLocks noGrp="1"/>
          </p:cNvSpPr>
          <p:nvPr>
            <p:ph type="sldNum" sz="quarter" idx="12"/>
          </p:nvPr>
        </p:nvSpPr>
        <p:spPr/>
        <p:txBody>
          <a:bodyPr/>
          <a:lstStyle/>
          <a:p>
            <a:fld id="{8DD5E826-F399-43B3-BD90-83470A90FE97}" type="slidenum">
              <a:rPr lang="en-IN" smtClean="0"/>
              <a:t>‹#›</a:t>
            </a:fld>
            <a:endParaRPr lang="en-IN"/>
          </a:p>
        </p:txBody>
      </p:sp>
    </p:spTree>
    <p:extLst>
      <p:ext uri="{BB962C8B-B14F-4D97-AF65-F5344CB8AC3E}">
        <p14:creationId xmlns:p14="http://schemas.microsoft.com/office/powerpoint/2010/main" val="2748946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739180-C284-447E-B105-36E20708E5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52884FF-C8F6-EDD8-A1FC-85CEE8BC77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DA9532-5D87-F120-0491-616FAC5710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BCE17B-F296-47A7-8AF7-7D29DE3990A2}" type="datetimeFigureOut">
              <a:rPr lang="en-IN" smtClean="0"/>
              <a:t>16-08-2026</a:t>
            </a:fld>
            <a:endParaRPr lang="en-IN"/>
          </a:p>
        </p:txBody>
      </p:sp>
      <p:sp>
        <p:nvSpPr>
          <p:cNvPr id="5" name="Footer Placeholder 4">
            <a:extLst>
              <a:ext uri="{FF2B5EF4-FFF2-40B4-BE49-F238E27FC236}">
                <a16:creationId xmlns:a16="http://schemas.microsoft.com/office/drawing/2014/main" id="{85617932-62A0-ED4E-52CA-EE3FFCDAB4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0C635BC-731E-DC55-86E2-9091076A11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D5E826-F399-43B3-BD90-83470A90FE97}" type="slidenum">
              <a:rPr lang="en-IN" smtClean="0"/>
              <a:t>‹#›</a:t>
            </a:fld>
            <a:endParaRPr lang="en-IN"/>
          </a:p>
        </p:txBody>
      </p:sp>
    </p:spTree>
    <p:extLst>
      <p:ext uri="{BB962C8B-B14F-4D97-AF65-F5344CB8AC3E}">
        <p14:creationId xmlns:p14="http://schemas.microsoft.com/office/powerpoint/2010/main" val="42849636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jpg"/><Relationship Id="rId7" Type="http://schemas.openxmlformats.org/officeDocument/2006/relationships/diagramColors" Target="../diagrams/colors1.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746A1-2ED6-C003-7A7B-CB1AD73F1343}"/>
              </a:ext>
            </a:extLst>
          </p:cNvPr>
          <p:cNvSpPr>
            <a:spLocks noGrp="1"/>
          </p:cNvSpPr>
          <p:nvPr>
            <p:ph type="ctrTitle"/>
          </p:nvPr>
        </p:nvSpPr>
        <p:spPr>
          <a:xfrm>
            <a:off x="1329265" y="2228671"/>
            <a:ext cx="9144000" cy="1200329"/>
          </a:xfrm>
        </p:spPr>
        <p:txBody>
          <a:bodyPr>
            <a:noAutofit/>
          </a:bodyPr>
          <a:lstStyle/>
          <a:p>
            <a:r>
              <a:rPr lang="en-US" sz="3200" b="1" dirty="0">
                <a:latin typeface="Times New Roman" panose="02020603050405020304" pitchFamily="18" charset="0"/>
                <a:cs typeface="Times New Roman" panose="02020603050405020304" pitchFamily="18" charset="0"/>
              </a:rPr>
              <a:t>Intelligent Multilingual Plagiarism Detection and Error Identification System using C++</a:t>
            </a:r>
          </a:p>
        </p:txBody>
      </p:sp>
      <p:sp>
        <p:nvSpPr>
          <p:cNvPr id="3" name="Subtitle 2">
            <a:extLst>
              <a:ext uri="{FF2B5EF4-FFF2-40B4-BE49-F238E27FC236}">
                <a16:creationId xmlns:a16="http://schemas.microsoft.com/office/drawing/2014/main" id="{46F6CBED-4704-873D-E5EB-99E7313A9AD1}"/>
              </a:ext>
            </a:extLst>
          </p:cNvPr>
          <p:cNvSpPr>
            <a:spLocks noGrp="1"/>
          </p:cNvSpPr>
          <p:nvPr>
            <p:ph type="subTitle" idx="1"/>
          </p:nvPr>
        </p:nvSpPr>
        <p:spPr>
          <a:xfrm>
            <a:off x="141438" y="4889537"/>
            <a:ext cx="4340469" cy="1655762"/>
          </a:xfrm>
        </p:spPr>
        <p:txBody>
          <a:bodyPr>
            <a:normAutofit fontScale="92500" lnSpcReduction="10000"/>
          </a:bodyPr>
          <a:lstStyle/>
          <a:p>
            <a:pPr lvl="0">
              <a:lnSpc>
                <a:spcPct val="100000"/>
              </a:lnSpc>
              <a:spcBef>
                <a:spcPts val="0"/>
              </a:spcBef>
              <a:buClr>
                <a:schemeClr val="dk1"/>
              </a:buClr>
              <a:buSzPct val="100000"/>
            </a:pPr>
            <a:r>
              <a:rPr lang="en-US" b="1" dirty="0">
                <a:latin typeface="Times New Roman" panose="02020603050405020304" pitchFamily="18" charset="0"/>
                <a:cs typeface="Times New Roman" panose="02020603050405020304" pitchFamily="18" charset="0"/>
              </a:rPr>
              <a:t>Presented By:</a:t>
            </a:r>
          </a:p>
          <a:p>
            <a:pPr lvl="0">
              <a:lnSpc>
                <a:spcPct val="100000"/>
              </a:lnSpc>
              <a:spcBef>
                <a:spcPts val="0"/>
              </a:spcBef>
              <a:buClr>
                <a:schemeClr val="dk1"/>
              </a:buClr>
              <a:buSzPct val="100000"/>
            </a:pPr>
            <a:r>
              <a:rPr lang="en-US" b="1" dirty="0">
                <a:latin typeface="Times New Roman" panose="02020603050405020304" pitchFamily="18" charset="0"/>
                <a:cs typeface="Times New Roman" panose="02020603050405020304" pitchFamily="18" charset="0"/>
              </a:rPr>
              <a:t>Jamal Mohideen (192421028)</a:t>
            </a:r>
          </a:p>
          <a:p>
            <a:pPr lvl="0">
              <a:lnSpc>
                <a:spcPct val="100000"/>
              </a:lnSpc>
              <a:spcBef>
                <a:spcPts val="0"/>
              </a:spcBef>
              <a:buClr>
                <a:schemeClr val="dk1"/>
              </a:buClr>
              <a:buSzPct val="100000"/>
            </a:pPr>
            <a:r>
              <a:rPr lang="en-US" b="1" dirty="0">
                <a:latin typeface="Times New Roman" panose="02020603050405020304" pitchFamily="18" charset="0"/>
                <a:cs typeface="Times New Roman" panose="02020603050405020304" pitchFamily="18" charset="0"/>
              </a:rPr>
              <a:t>Aswanth N </a:t>
            </a:r>
            <a:r>
              <a:rPr lang="en-US" b="1" dirty="0" err="1">
                <a:latin typeface="Times New Roman" panose="02020603050405020304" pitchFamily="18" charset="0"/>
                <a:cs typeface="Times New Roman" panose="02020603050405020304" pitchFamily="18" charset="0"/>
              </a:rPr>
              <a:t>N</a:t>
            </a:r>
            <a:r>
              <a:rPr lang="en-US" b="1" dirty="0">
                <a:latin typeface="Times New Roman" panose="02020603050405020304" pitchFamily="18" charset="0"/>
                <a:cs typeface="Times New Roman" panose="02020603050405020304" pitchFamily="18" charset="0"/>
              </a:rPr>
              <a:t> (192424123)</a:t>
            </a:r>
          </a:p>
          <a:p>
            <a:pPr lvl="0">
              <a:lnSpc>
                <a:spcPct val="100000"/>
              </a:lnSpc>
              <a:spcBef>
                <a:spcPts val="0"/>
              </a:spcBef>
              <a:buClr>
                <a:schemeClr val="dk1"/>
              </a:buClr>
              <a:buSzPct val="100000"/>
            </a:pPr>
            <a:r>
              <a:rPr lang="en-US" b="1" dirty="0">
                <a:latin typeface="Times New Roman" panose="02020603050405020304" pitchFamily="18" charset="0"/>
                <a:cs typeface="Times New Roman" panose="02020603050405020304" pitchFamily="18" charset="0"/>
              </a:rPr>
              <a:t>Ashwin V (192424345)</a:t>
            </a:r>
          </a:p>
          <a:p>
            <a:pPr lvl="0">
              <a:lnSpc>
                <a:spcPct val="100000"/>
              </a:lnSpc>
              <a:spcBef>
                <a:spcPts val="0"/>
              </a:spcBef>
              <a:buClr>
                <a:schemeClr val="dk1"/>
              </a:buClr>
              <a:buSzPct val="100000"/>
            </a:pPr>
            <a:r>
              <a:rPr lang="en-US" b="1" dirty="0">
                <a:latin typeface="Times New Roman" panose="02020603050405020304" pitchFamily="18" charset="0"/>
                <a:cs typeface="Times New Roman" panose="02020603050405020304" pitchFamily="18" charset="0"/>
              </a:rPr>
              <a:t>Sanjay K (192421152)</a:t>
            </a:r>
          </a:p>
        </p:txBody>
      </p:sp>
      <p:pic>
        <p:nvPicPr>
          <p:cNvPr id="4" name="Google Shape;161;p1">
            <a:extLst>
              <a:ext uri="{FF2B5EF4-FFF2-40B4-BE49-F238E27FC236}">
                <a16:creationId xmlns:a16="http://schemas.microsoft.com/office/drawing/2014/main" id="{43F3E5C4-23E6-21DA-46D2-C5594E3A26DD}"/>
              </a:ext>
            </a:extLst>
          </p:cNvPr>
          <p:cNvPicPr preferRelativeResize="0"/>
          <p:nvPr/>
        </p:nvPicPr>
        <p:blipFill rotWithShape="1">
          <a:blip r:embed="rId3">
            <a:alphaModFix/>
          </a:blip>
          <a:srcRect/>
          <a:stretch/>
        </p:blipFill>
        <p:spPr>
          <a:xfrm>
            <a:off x="388620" y="370205"/>
            <a:ext cx="1135380" cy="1343025"/>
          </a:xfrm>
          <a:prstGeom prst="rect">
            <a:avLst/>
          </a:prstGeom>
          <a:noFill/>
          <a:ln>
            <a:noFill/>
          </a:ln>
        </p:spPr>
      </p:pic>
      <p:pic>
        <p:nvPicPr>
          <p:cNvPr id="5" name="Google Shape;162;p1">
            <a:extLst>
              <a:ext uri="{FF2B5EF4-FFF2-40B4-BE49-F238E27FC236}">
                <a16:creationId xmlns:a16="http://schemas.microsoft.com/office/drawing/2014/main" id="{491BDC64-70B2-1958-AED1-599958B8C63B}"/>
              </a:ext>
            </a:extLst>
          </p:cNvPr>
          <p:cNvPicPr preferRelativeResize="0"/>
          <p:nvPr/>
        </p:nvPicPr>
        <p:blipFill rotWithShape="1">
          <a:blip r:embed="rId4">
            <a:alphaModFix/>
          </a:blip>
          <a:srcRect/>
          <a:stretch/>
        </p:blipFill>
        <p:spPr>
          <a:xfrm>
            <a:off x="10158095" y="238662"/>
            <a:ext cx="1520190" cy="1343025"/>
          </a:xfrm>
          <a:prstGeom prst="rect">
            <a:avLst/>
          </a:prstGeom>
          <a:noFill/>
          <a:ln>
            <a:noFill/>
          </a:ln>
        </p:spPr>
      </p:pic>
      <p:sp>
        <p:nvSpPr>
          <p:cNvPr id="6" name="TextBox 5">
            <a:extLst>
              <a:ext uri="{FF2B5EF4-FFF2-40B4-BE49-F238E27FC236}">
                <a16:creationId xmlns:a16="http://schemas.microsoft.com/office/drawing/2014/main" id="{DF7EBFDD-E6F1-C265-2AC6-15805EEB176D}"/>
              </a:ext>
            </a:extLst>
          </p:cNvPr>
          <p:cNvSpPr txBox="1"/>
          <p:nvPr/>
        </p:nvSpPr>
        <p:spPr>
          <a:xfrm>
            <a:off x="7495501" y="4824237"/>
            <a:ext cx="4182528" cy="1200329"/>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Guided by:</a:t>
            </a:r>
          </a:p>
          <a:p>
            <a:pPr algn="ctr"/>
            <a:r>
              <a:rPr lang="en-US" sz="2400" b="1" dirty="0">
                <a:latin typeface="Times New Roman" panose="02020603050405020304" pitchFamily="18" charset="0"/>
                <a:cs typeface="Times New Roman" panose="02020603050405020304" pitchFamily="18" charset="0"/>
              </a:rPr>
              <a:t>Dr. R. Sarasu</a:t>
            </a:r>
          </a:p>
          <a:p>
            <a:pPr algn="ctr"/>
            <a:r>
              <a:rPr lang="en-US" sz="2400" b="1" dirty="0">
                <a:latin typeface="Times New Roman" panose="02020603050405020304" pitchFamily="18" charset="0"/>
                <a:cs typeface="Times New Roman" panose="02020603050405020304" pitchFamily="18" charset="0"/>
              </a:rPr>
              <a:t>(Associative Professor of CSE)</a:t>
            </a:r>
          </a:p>
        </p:txBody>
      </p:sp>
      <p:sp>
        <p:nvSpPr>
          <p:cNvPr id="7" name="TextBox 6">
            <a:extLst>
              <a:ext uri="{FF2B5EF4-FFF2-40B4-BE49-F238E27FC236}">
                <a16:creationId xmlns:a16="http://schemas.microsoft.com/office/drawing/2014/main" id="{8F9D88B5-B319-0A3F-529F-175A42CBDBF8}"/>
              </a:ext>
            </a:extLst>
          </p:cNvPr>
          <p:cNvSpPr txBox="1"/>
          <p:nvPr/>
        </p:nvSpPr>
        <p:spPr>
          <a:xfrm>
            <a:off x="1811867" y="541046"/>
            <a:ext cx="7899400" cy="1077218"/>
          </a:xfrm>
          <a:prstGeom prst="rect">
            <a:avLst/>
          </a:prstGeom>
          <a:noFill/>
        </p:spPr>
        <p:txBody>
          <a:bodyPr wrap="square" rtlCol="0">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DSA0103 – Object Oriented Programming using C++</a:t>
            </a:r>
          </a:p>
        </p:txBody>
      </p:sp>
    </p:spTree>
    <p:extLst>
      <p:ext uri="{BB962C8B-B14F-4D97-AF65-F5344CB8AC3E}">
        <p14:creationId xmlns:p14="http://schemas.microsoft.com/office/powerpoint/2010/main" val="848923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Abstract</a:t>
            </a:r>
            <a:endParaRPr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1600201"/>
            <a:ext cx="10795819" cy="4810990"/>
          </a:xfrm>
        </p:spPr>
        <p:txBody>
          <a:bodyPr>
            <a:noAutofit/>
          </a:bodyPr>
          <a:lstStyle/>
          <a:p>
            <a:pPr marL="668655" lvl="1" indent="-342900" algn="just">
              <a:lnSpc>
                <a:spcPct val="150000"/>
              </a:lnSpc>
              <a:buFont typeface="Wingdings" panose="05000000000000000000" pitchFamily="2" charset="2"/>
              <a:buChar char="§"/>
            </a:pPr>
            <a:r>
              <a:rPr lang="en-US" sz="2000" dirty="0">
                <a:solidFill>
                  <a:srgbClr val="000000"/>
                </a:solidFill>
                <a:latin typeface="Times New Roman"/>
                <a:ea typeface="Times New Roman"/>
                <a:cs typeface="Times New Roman"/>
                <a:sym typeface="Times New Roman"/>
              </a:rPr>
              <a:t>The Intelligent Multilingual Plagiarism Detection and Error Identification System is developed using C++, Optical Character Recognition (OCR), and Natural Language Processing (NLP). </a:t>
            </a:r>
          </a:p>
          <a:p>
            <a:pPr marL="668655" lvl="1" indent="-342900" algn="just">
              <a:lnSpc>
                <a:spcPct val="150000"/>
              </a:lnSpc>
              <a:buFont typeface="Wingdings" panose="05000000000000000000" pitchFamily="2" charset="2"/>
              <a:buChar char="§"/>
            </a:pPr>
            <a:r>
              <a:rPr lang="en-US" sz="2000" dirty="0">
                <a:solidFill>
                  <a:srgbClr val="000000"/>
                </a:solidFill>
                <a:latin typeface="Times New Roman"/>
                <a:ea typeface="Times New Roman"/>
                <a:cs typeface="Times New Roman"/>
                <a:sym typeface="Times New Roman"/>
              </a:rPr>
              <a:t>The system extracts text from digital and scanned documents, supports multiple languages, and identifies grammatical, spelling, and content-related errors. </a:t>
            </a:r>
          </a:p>
          <a:p>
            <a:pPr marL="668655" lvl="1" indent="-342900" algn="just">
              <a:lnSpc>
                <a:spcPct val="150000"/>
              </a:lnSpc>
              <a:buFont typeface="Wingdings" panose="05000000000000000000" pitchFamily="2" charset="2"/>
              <a:buChar char="§"/>
            </a:pPr>
            <a:r>
              <a:rPr lang="en-US" sz="2000" dirty="0">
                <a:solidFill>
                  <a:srgbClr val="000000"/>
                </a:solidFill>
                <a:latin typeface="Times New Roman"/>
                <a:ea typeface="Times New Roman"/>
                <a:cs typeface="Times New Roman"/>
                <a:sym typeface="Times New Roman"/>
              </a:rPr>
              <a:t>Using NLP techniques, it analyzes text, detects similarities between documents, and calculates plagiarism percentages. </a:t>
            </a:r>
          </a:p>
          <a:p>
            <a:pPr marL="668655" lvl="1" indent="-342900" algn="just">
              <a:lnSpc>
                <a:spcPct val="150000"/>
              </a:lnSpc>
              <a:buFont typeface="Wingdings" panose="05000000000000000000" pitchFamily="2" charset="2"/>
              <a:buChar char="§"/>
            </a:pPr>
            <a:r>
              <a:rPr lang="en-US" sz="2000" dirty="0">
                <a:solidFill>
                  <a:srgbClr val="000000"/>
                </a:solidFill>
                <a:latin typeface="Times New Roman"/>
                <a:ea typeface="Times New Roman"/>
                <a:cs typeface="Times New Roman"/>
                <a:sym typeface="Times New Roman"/>
              </a:rPr>
              <a:t>The system generates detailed reports highlighting duplicated content, detected errors, and similarity scores. </a:t>
            </a:r>
          </a:p>
          <a:p>
            <a:pPr marL="668655" lvl="1" indent="-342900" algn="just">
              <a:lnSpc>
                <a:spcPct val="150000"/>
              </a:lnSpc>
              <a:buFont typeface="Wingdings" panose="05000000000000000000" pitchFamily="2" charset="2"/>
              <a:buChar char="§"/>
            </a:pPr>
            <a:r>
              <a:rPr lang="en-US" sz="2000" dirty="0">
                <a:solidFill>
                  <a:srgbClr val="000000"/>
                </a:solidFill>
                <a:latin typeface="Times New Roman"/>
                <a:ea typeface="Times New Roman"/>
                <a:cs typeface="Times New Roman"/>
                <a:sym typeface="Times New Roman"/>
              </a:rPr>
              <a:t>This solution improves the accuracy, efficiency, and reliability of document verification while promoting academic integrity and content quality.</a:t>
            </a:r>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
        <p:nvSpPr>
          <p:cNvPr id="8" name="AutoShape 6" descr="How to Build an Online Food Ordering System [Complete Guide]">
            <a:extLst>
              <a:ext uri="{FF2B5EF4-FFF2-40B4-BE49-F238E27FC236}">
                <a16:creationId xmlns:a16="http://schemas.microsoft.com/office/drawing/2014/main" id="{BDF784BE-6998-B209-462D-25744F23692A}"/>
              </a:ext>
            </a:extLst>
          </p:cNvPr>
          <p:cNvSpPr>
            <a:spLocks noChangeAspect="1" noChangeArrowheads="1"/>
          </p:cNvSpPr>
          <p:nvPr/>
        </p:nvSpPr>
        <p:spPr bwMode="auto">
          <a:xfrm>
            <a:off x="6892414" y="2133600"/>
            <a:ext cx="5034116" cy="32151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8" descr="How to Build an Online Food Ordering System [Complete Guide]">
            <a:extLst>
              <a:ext uri="{FF2B5EF4-FFF2-40B4-BE49-F238E27FC236}">
                <a16:creationId xmlns:a16="http://schemas.microsoft.com/office/drawing/2014/main" id="{1BC296DF-F9BE-AF74-8624-614869DAD9E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2" descr="How to Build an Online Food Ordering System [Complete Guide]">
            <a:extLst>
              <a:ext uri="{FF2B5EF4-FFF2-40B4-BE49-F238E27FC236}">
                <a16:creationId xmlns:a16="http://schemas.microsoft.com/office/drawing/2014/main" id="{F057B6E7-6D2C-8C2B-BD2C-4AD620234A13}"/>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238F9-559B-8A2D-F4CA-D64448A138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189166-32F2-45C2-701F-423E94137AD6}"/>
              </a:ext>
            </a:extLst>
          </p:cNvPr>
          <p:cNvSpPr>
            <a:spLocks noGrp="1"/>
          </p:cNvSpPr>
          <p:nvPr>
            <p:ph type="title"/>
          </p:nvPr>
        </p:nvSpPr>
        <p:spPr/>
        <p:txBody>
          <a:bodyPr/>
          <a:lstStyle/>
          <a:p>
            <a:pPr algn="ctr"/>
            <a:r>
              <a:rPr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931B0D7B-F6B1-E6AA-E679-8DBCA367FC8A}"/>
              </a:ext>
            </a:extLst>
          </p:cNvPr>
          <p:cNvSpPr>
            <a:spLocks noGrp="1"/>
          </p:cNvSpPr>
          <p:nvPr>
            <p:ph idx="1"/>
          </p:nvPr>
        </p:nvSpPr>
        <p:spPr>
          <a:xfrm>
            <a:off x="609600" y="1600201"/>
            <a:ext cx="10854267" cy="4810990"/>
          </a:xfrm>
        </p:spPr>
        <p:txBody>
          <a:bodyPr>
            <a:noAutofit/>
          </a:bodyPr>
          <a:lstStyle/>
          <a:p>
            <a:pPr marL="668655" lvl="1" indent="-342900" algn="just">
              <a:lnSpc>
                <a:spcPct val="150000"/>
              </a:lnSpc>
              <a:buFont typeface="Wingdings" panose="05000000000000000000" pitchFamily="2" charset="2"/>
              <a:buChar char="§"/>
            </a:pPr>
            <a:r>
              <a:rPr lang="en-US" sz="2000" dirty="0">
                <a:solidFill>
                  <a:srgbClr val="000000"/>
                </a:solidFill>
                <a:latin typeface="Times New Roman"/>
                <a:ea typeface="Times New Roman"/>
                <a:cs typeface="Times New Roman"/>
                <a:sym typeface="Times New Roman"/>
              </a:rPr>
              <a:t>In the digital age, plagiarism and writing errors have become common challenges in academic and professional documents. Manual checking is time-consuming and may not always be accurate.</a:t>
            </a:r>
          </a:p>
          <a:p>
            <a:pPr marL="668655" lvl="1" indent="-342900" algn="just">
              <a:lnSpc>
                <a:spcPct val="150000"/>
              </a:lnSpc>
              <a:buFont typeface="Wingdings" panose="05000000000000000000" pitchFamily="2" charset="2"/>
              <a:buChar char="§"/>
            </a:pPr>
            <a:r>
              <a:rPr lang="en-US" sz="2000" dirty="0">
                <a:solidFill>
                  <a:srgbClr val="000000"/>
                </a:solidFill>
                <a:latin typeface="Times New Roman"/>
                <a:ea typeface="Times New Roman"/>
                <a:cs typeface="Times New Roman"/>
                <a:sym typeface="Times New Roman"/>
              </a:rPr>
              <a:t>The Intelligent Multilingual Plagiarism Detection and Error Identification System uses C++, Optical Character Recognition (OCR), and Natural Language Processing (NLP) to analyze documents efficiently. The system extracts text from digital and scanned documents, supports multiple languages, detects plagiarism, and identifies grammatical and spelling errors.</a:t>
            </a:r>
          </a:p>
          <a:p>
            <a:pPr marL="668655" lvl="1" indent="-342900" algn="just">
              <a:lnSpc>
                <a:spcPct val="150000"/>
              </a:lnSpc>
              <a:buFont typeface="Wingdings" panose="05000000000000000000" pitchFamily="2" charset="2"/>
              <a:buChar char="§"/>
            </a:pPr>
            <a:r>
              <a:rPr lang="en-US" sz="2000" dirty="0">
                <a:solidFill>
                  <a:srgbClr val="000000"/>
                </a:solidFill>
                <a:latin typeface="Times New Roman"/>
                <a:ea typeface="Times New Roman"/>
                <a:cs typeface="Times New Roman"/>
                <a:sym typeface="Times New Roman"/>
              </a:rPr>
              <a:t>It generates detailed reports with similarity scores and error summaries, helping users improve document quality, ensure originality, and maintain academic integrity.</a:t>
            </a:r>
          </a:p>
          <a:p>
            <a:pPr algn="just">
              <a:buFont typeface="Wingdings" panose="05000000000000000000" pitchFamily="2" charset="2"/>
              <a:buChar char="§"/>
            </a:pPr>
            <a:endParaRPr sz="1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FCB9D0B-94EB-CBC3-8772-E3A531B6DCC5}"/>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a:extLst>
              <a:ext uri="{FF2B5EF4-FFF2-40B4-BE49-F238E27FC236}">
                <a16:creationId xmlns:a16="http://schemas.microsoft.com/office/drawing/2014/main" id="{225CC618-CEDC-1B5D-AB3B-D1F2F24C1230}"/>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
        <p:nvSpPr>
          <p:cNvPr id="8" name="AutoShape 6" descr="How to Build an Online Food Ordering System [Complete Guide]">
            <a:extLst>
              <a:ext uri="{FF2B5EF4-FFF2-40B4-BE49-F238E27FC236}">
                <a16:creationId xmlns:a16="http://schemas.microsoft.com/office/drawing/2014/main" id="{6C160007-CDB9-4816-8F76-75045356F426}"/>
              </a:ext>
            </a:extLst>
          </p:cNvPr>
          <p:cNvSpPr>
            <a:spLocks noChangeAspect="1" noChangeArrowheads="1"/>
          </p:cNvSpPr>
          <p:nvPr/>
        </p:nvSpPr>
        <p:spPr bwMode="auto">
          <a:xfrm>
            <a:off x="6892414" y="2133600"/>
            <a:ext cx="5034116" cy="32151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8" descr="How to Build an Online Food Ordering System [Complete Guide]">
            <a:extLst>
              <a:ext uri="{FF2B5EF4-FFF2-40B4-BE49-F238E27FC236}">
                <a16:creationId xmlns:a16="http://schemas.microsoft.com/office/drawing/2014/main" id="{4FD3FBEA-03AE-A1ED-86AE-3F54E45C950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2" descr="How to Build an Online Food Ordering System [Complete Guide]">
            <a:extLst>
              <a:ext uri="{FF2B5EF4-FFF2-40B4-BE49-F238E27FC236}">
                <a16:creationId xmlns:a16="http://schemas.microsoft.com/office/drawing/2014/main" id="{9CCB5272-CD80-0674-355E-2FCD8F58FE82}"/>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269690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b="1" dirty="0">
                <a:latin typeface="Times New Roman" panose="02020603050405020304" pitchFamily="18" charset="0"/>
                <a:cs typeface="Times New Roman" panose="02020603050405020304" pitchFamily="18" charset="0"/>
              </a:rPr>
              <a:t>Objectives</a:t>
            </a:r>
          </a:p>
        </p:txBody>
      </p:sp>
      <p:sp>
        <p:nvSpPr>
          <p:cNvPr id="3" name="Content Placeholder 2"/>
          <p:cNvSpPr>
            <a:spLocks noGrp="1"/>
          </p:cNvSpPr>
          <p:nvPr>
            <p:ph idx="1"/>
          </p:nvPr>
        </p:nvSpPr>
        <p:spPr>
          <a:xfrm>
            <a:off x="609600" y="1690688"/>
            <a:ext cx="10972800" cy="3834245"/>
          </a:xfrm>
        </p:spPr>
        <p:txBody>
          <a:bodyPr>
            <a:normAutofit fontScale="62500" lnSpcReduction="20000"/>
          </a:bodyPr>
          <a:lstStyle/>
          <a:p>
            <a:pPr marL="782955" lvl="1" indent="-457200">
              <a:lnSpc>
                <a:spcPct val="150000"/>
              </a:lnSpc>
              <a:buFont typeface="Wingdings" panose="05000000000000000000" pitchFamily="2" charset="2"/>
              <a:buChar char="§"/>
            </a:pPr>
            <a:r>
              <a:rPr lang="en-US" sz="3200" dirty="0">
                <a:solidFill>
                  <a:srgbClr val="000000"/>
                </a:solidFill>
                <a:latin typeface="Times New Roman"/>
                <a:ea typeface="Times New Roman"/>
                <a:cs typeface="Times New Roman"/>
                <a:sym typeface="Times New Roman"/>
              </a:rPr>
              <a:t>To develop a multilingual plagiarism detection system using C++. </a:t>
            </a:r>
          </a:p>
          <a:p>
            <a:pPr marL="782955" lvl="1" indent="-457200">
              <a:lnSpc>
                <a:spcPct val="150000"/>
              </a:lnSpc>
              <a:buFont typeface="Wingdings" panose="05000000000000000000" pitchFamily="2" charset="2"/>
              <a:buChar char="§"/>
            </a:pPr>
            <a:r>
              <a:rPr lang="en-US" sz="3200" dirty="0">
                <a:solidFill>
                  <a:srgbClr val="000000"/>
                </a:solidFill>
                <a:latin typeface="Times New Roman"/>
                <a:ea typeface="Times New Roman"/>
                <a:cs typeface="Times New Roman"/>
                <a:sym typeface="Times New Roman"/>
              </a:rPr>
              <a:t>To extract text from scanned documents using OCR technology. </a:t>
            </a:r>
          </a:p>
          <a:p>
            <a:pPr marL="782955" lvl="1" indent="-457200">
              <a:lnSpc>
                <a:spcPct val="150000"/>
              </a:lnSpc>
              <a:buFont typeface="Wingdings" panose="05000000000000000000" pitchFamily="2" charset="2"/>
              <a:buChar char="§"/>
            </a:pPr>
            <a:r>
              <a:rPr lang="en-US" sz="3200" dirty="0">
                <a:solidFill>
                  <a:srgbClr val="000000"/>
                </a:solidFill>
                <a:latin typeface="Times New Roman"/>
                <a:ea typeface="Times New Roman"/>
                <a:cs typeface="Times New Roman"/>
                <a:sym typeface="Times New Roman"/>
              </a:rPr>
              <a:t>To process and analyze text using Natural Language Processing (NLP) techniques. </a:t>
            </a:r>
          </a:p>
          <a:p>
            <a:pPr marL="782955" lvl="1" indent="-457200">
              <a:lnSpc>
                <a:spcPct val="150000"/>
              </a:lnSpc>
              <a:buFont typeface="Wingdings" panose="05000000000000000000" pitchFamily="2" charset="2"/>
              <a:buChar char="§"/>
            </a:pPr>
            <a:r>
              <a:rPr lang="en-US" sz="3200" dirty="0">
                <a:solidFill>
                  <a:srgbClr val="000000"/>
                </a:solidFill>
                <a:latin typeface="Times New Roman"/>
                <a:ea typeface="Times New Roman"/>
                <a:cs typeface="Times New Roman"/>
                <a:sym typeface="Times New Roman"/>
              </a:rPr>
              <a:t>To detect and measure similarities between documents for plagiarism identification. </a:t>
            </a:r>
          </a:p>
          <a:p>
            <a:pPr marL="782955" lvl="1" indent="-457200">
              <a:lnSpc>
                <a:spcPct val="150000"/>
              </a:lnSpc>
              <a:buFont typeface="Wingdings" panose="05000000000000000000" pitchFamily="2" charset="2"/>
              <a:buChar char="§"/>
            </a:pPr>
            <a:r>
              <a:rPr lang="en-US" sz="3200" dirty="0">
                <a:solidFill>
                  <a:srgbClr val="000000"/>
                </a:solidFill>
                <a:latin typeface="Times New Roman"/>
                <a:ea typeface="Times New Roman"/>
                <a:cs typeface="Times New Roman"/>
                <a:sym typeface="Times New Roman"/>
              </a:rPr>
              <a:t>To identify spelling, grammatical, and language-related errors in multiple languages. </a:t>
            </a:r>
          </a:p>
          <a:p>
            <a:pPr marL="782955" lvl="1" indent="-457200">
              <a:lnSpc>
                <a:spcPct val="150000"/>
              </a:lnSpc>
              <a:buFont typeface="Wingdings" panose="05000000000000000000" pitchFamily="2" charset="2"/>
              <a:buChar char="§"/>
            </a:pPr>
            <a:r>
              <a:rPr lang="en-US" sz="3200" dirty="0">
                <a:solidFill>
                  <a:srgbClr val="000000"/>
                </a:solidFill>
                <a:latin typeface="Times New Roman"/>
                <a:ea typeface="Times New Roman"/>
                <a:cs typeface="Times New Roman"/>
                <a:sym typeface="Times New Roman"/>
              </a:rPr>
              <a:t>To generate detailed reports containing plagiarism percentages and error summaries. </a:t>
            </a:r>
          </a:p>
          <a:p>
            <a:pPr marL="782955" lvl="1" indent="-457200">
              <a:lnSpc>
                <a:spcPct val="150000"/>
              </a:lnSpc>
              <a:buFont typeface="Wingdings" panose="05000000000000000000" pitchFamily="2" charset="2"/>
              <a:buChar char="§"/>
            </a:pPr>
            <a:r>
              <a:rPr lang="en-US" sz="3200" dirty="0">
                <a:solidFill>
                  <a:srgbClr val="000000"/>
                </a:solidFill>
                <a:latin typeface="Times New Roman"/>
                <a:ea typeface="Times New Roman"/>
                <a:cs typeface="Times New Roman"/>
                <a:sym typeface="Times New Roman"/>
              </a:rPr>
              <a:t>To improve the accuracy, efficiency, and reliability of document verification. </a:t>
            </a:r>
          </a:p>
          <a:p>
            <a:pPr marL="782955" lvl="1" indent="-457200">
              <a:lnSpc>
                <a:spcPct val="150000"/>
              </a:lnSpc>
              <a:buFont typeface="Wingdings" panose="05000000000000000000" pitchFamily="2" charset="2"/>
              <a:buChar char="§"/>
            </a:pPr>
            <a:r>
              <a:rPr lang="en-US" sz="3200" dirty="0">
                <a:solidFill>
                  <a:srgbClr val="000000"/>
                </a:solidFill>
                <a:latin typeface="Times New Roman"/>
                <a:ea typeface="Times New Roman"/>
                <a:cs typeface="Times New Roman"/>
                <a:sym typeface="Times New Roman"/>
              </a:rPr>
              <a:t>To promote academic integrity and enhance content quality.</a:t>
            </a:r>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ED624-12C7-CBC4-EDD4-95594E5128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CD21E1-A8EB-D45A-D9D7-598660AB7E8D}"/>
              </a:ext>
            </a:extLst>
          </p:cNvPr>
          <p:cNvSpPr>
            <a:spLocks noGrp="1"/>
          </p:cNvSpPr>
          <p:nvPr>
            <p:ph type="title"/>
          </p:nvPr>
        </p:nvSpPr>
        <p:spPr>
          <a:xfrm>
            <a:off x="838200" y="308084"/>
            <a:ext cx="10515600" cy="1325563"/>
          </a:xfrm>
        </p:spPr>
        <p:txBody>
          <a:bodyPr/>
          <a:lstStyle/>
          <a:p>
            <a:pPr algn="ctr"/>
            <a:r>
              <a:rPr lang="en-IN" b="1" dirty="0">
                <a:latin typeface="Times New Roman" panose="02020603050405020304" pitchFamily="18" charset="0"/>
                <a:cs typeface="Times New Roman" panose="02020603050405020304" pitchFamily="18" charset="0"/>
              </a:rPr>
              <a:t>Literature Review</a:t>
            </a:r>
            <a:endParaRPr lang="en-IN" b="1" dirty="0"/>
          </a:p>
        </p:txBody>
      </p:sp>
      <p:graphicFrame>
        <p:nvGraphicFramePr>
          <p:cNvPr id="6" name="Content Placeholder 5">
            <a:extLst>
              <a:ext uri="{FF2B5EF4-FFF2-40B4-BE49-F238E27FC236}">
                <a16:creationId xmlns:a16="http://schemas.microsoft.com/office/drawing/2014/main" id="{A0FB3B8E-B0FF-4FD2-65F2-E5A1AF6C831D}"/>
              </a:ext>
            </a:extLst>
          </p:cNvPr>
          <p:cNvGraphicFramePr>
            <a:graphicFrameLocks noGrp="1"/>
          </p:cNvGraphicFramePr>
          <p:nvPr>
            <p:ph idx="1"/>
            <p:extLst>
              <p:ext uri="{D42A27DB-BD31-4B8C-83A1-F6EECF244321}">
                <p14:modId xmlns:p14="http://schemas.microsoft.com/office/powerpoint/2010/main" val="391826946"/>
              </p:ext>
            </p:extLst>
          </p:nvPr>
        </p:nvGraphicFramePr>
        <p:xfrm>
          <a:off x="363644" y="1651109"/>
          <a:ext cx="11464712" cy="5108132"/>
        </p:xfrm>
        <a:graphic>
          <a:graphicData uri="http://schemas.openxmlformats.org/drawingml/2006/table">
            <a:tbl>
              <a:tblPr firstRow="1" bandRow="1">
                <a:tableStyleId>{5C22544A-7EE6-4342-B048-85BDC9FD1C3A}</a:tableStyleId>
              </a:tblPr>
              <a:tblGrid>
                <a:gridCol w="1677247">
                  <a:extLst>
                    <a:ext uri="{9D8B030D-6E8A-4147-A177-3AD203B41FA5}">
                      <a16:colId xmlns:a16="http://schemas.microsoft.com/office/drawing/2014/main" val="2796951246"/>
                    </a:ext>
                  </a:extLst>
                </a:gridCol>
                <a:gridCol w="2218265">
                  <a:extLst>
                    <a:ext uri="{9D8B030D-6E8A-4147-A177-3AD203B41FA5}">
                      <a16:colId xmlns:a16="http://schemas.microsoft.com/office/drawing/2014/main" val="77800044"/>
                    </a:ext>
                  </a:extLst>
                </a:gridCol>
                <a:gridCol w="2590800">
                  <a:extLst>
                    <a:ext uri="{9D8B030D-6E8A-4147-A177-3AD203B41FA5}">
                      <a16:colId xmlns:a16="http://schemas.microsoft.com/office/drawing/2014/main" val="2436317220"/>
                    </a:ext>
                  </a:extLst>
                </a:gridCol>
                <a:gridCol w="2573867">
                  <a:extLst>
                    <a:ext uri="{9D8B030D-6E8A-4147-A177-3AD203B41FA5}">
                      <a16:colId xmlns:a16="http://schemas.microsoft.com/office/drawing/2014/main" val="4176568378"/>
                    </a:ext>
                  </a:extLst>
                </a:gridCol>
                <a:gridCol w="2404533">
                  <a:extLst>
                    <a:ext uri="{9D8B030D-6E8A-4147-A177-3AD203B41FA5}">
                      <a16:colId xmlns:a16="http://schemas.microsoft.com/office/drawing/2014/main" val="2716108984"/>
                    </a:ext>
                  </a:extLst>
                </a:gridCol>
              </a:tblGrid>
              <a:tr h="641119">
                <a:tc>
                  <a:txBody>
                    <a:bodyPr/>
                    <a:lstStyle/>
                    <a:p>
                      <a:pPr>
                        <a:buNone/>
                      </a:pPr>
                      <a:r>
                        <a:rPr lang="en-IN" sz="1600" b="1" dirty="0">
                          <a:latin typeface="Times New Roman" panose="02020603050405020304" pitchFamily="18" charset="0"/>
                          <a:cs typeface="Times New Roman" panose="02020603050405020304" pitchFamily="18" charset="0"/>
                        </a:rPr>
                        <a:t>Author / Year</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1" dirty="0">
                          <a:latin typeface="Times New Roman" panose="02020603050405020304" pitchFamily="18" charset="0"/>
                          <a:cs typeface="Times New Roman" panose="02020603050405020304" pitchFamily="18" charset="0"/>
                        </a:rPr>
                        <a:t>Title / Source</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1" dirty="0">
                          <a:latin typeface="Times New Roman" panose="02020603050405020304" pitchFamily="18" charset="0"/>
                          <a:cs typeface="Times New Roman" panose="02020603050405020304" pitchFamily="18" charset="0"/>
                        </a:rPr>
                        <a:t>Key Contribution</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1" dirty="0">
                          <a:latin typeface="Times New Roman" panose="02020603050405020304" pitchFamily="18" charset="0"/>
                          <a:cs typeface="Times New Roman" panose="02020603050405020304" pitchFamily="18" charset="0"/>
                        </a:rPr>
                        <a:t>Relevance to Current Project</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1" dirty="0">
                          <a:latin typeface="Times New Roman" panose="02020603050405020304" pitchFamily="18" charset="0"/>
                          <a:cs typeface="Times New Roman" panose="02020603050405020304" pitchFamily="18" charset="0"/>
                        </a:rPr>
                        <a:t>Limitations / Gaps</a:t>
                      </a:r>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818044514"/>
                  </a:ext>
                </a:extLst>
              </a:tr>
              <a:tr h="682863">
                <a:tc>
                  <a:txBody>
                    <a:bodyPr/>
                    <a:lstStyle/>
                    <a:p>
                      <a:pPr>
                        <a:buNone/>
                      </a:pPr>
                      <a:r>
                        <a:rPr lang="en-IN" sz="1600" dirty="0">
                          <a:latin typeface="Times New Roman" panose="02020603050405020304" pitchFamily="18" charset="0"/>
                          <a:cs typeface="Times New Roman" panose="02020603050405020304" pitchFamily="18" charset="0"/>
                        </a:rPr>
                        <a:t>Potthast et al. (2024)</a:t>
                      </a:r>
                    </a:p>
                  </a:txBody>
                  <a:tcPr anchor="ctr"/>
                </a:tc>
                <a:tc>
                  <a:txBody>
                    <a:bodyPr/>
                    <a:lstStyle/>
                    <a:p>
                      <a:pPr>
                        <a:buNone/>
                      </a:pPr>
                      <a:r>
                        <a:rPr lang="en-IN" sz="1600">
                          <a:latin typeface="Times New Roman" panose="02020603050405020304" pitchFamily="18" charset="0"/>
                          <a:cs typeface="Times New Roman" panose="02020603050405020304" pitchFamily="18" charset="0"/>
                        </a:rPr>
                        <a:t>PAN Plagiarism Detection Evaluation Framework</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Introduced benchmark datasets and evaluation methods for plagiarism detection.</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Provides foundation for similarity checking techniques.</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Primarily focused on monolingual text analysis.</a:t>
                      </a:r>
                    </a:p>
                  </a:txBody>
                  <a:tcPr anchor="ctr"/>
                </a:tc>
                <a:extLst>
                  <a:ext uri="{0D108BD9-81ED-4DB2-BD59-A6C34878D82A}">
                    <a16:rowId xmlns:a16="http://schemas.microsoft.com/office/drawing/2014/main" val="2366613826"/>
                  </a:ext>
                </a:extLst>
              </a:tr>
              <a:tr h="733663">
                <a:tc>
                  <a:txBody>
                    <a:bodyPr/>
                    <a:lstStyle/>
                    <a:p>
                      <a:pPr>
                        <a:buNone/>
                      </a:pPr>
                      <a:r>
                        <a:rPr lang="en-IN" sz="1600" dirty="0">
                          <a:latin typeface="Times New Roman" panose="02020603050405020304" pitchFamily="18" charset="0"/>
                          <a:cs typeface="Times New Roman" panose="02020603050405020304" pitchFamily="18" charset="0"/>
                        </a:rPr>
                        <a:t>Alzahrani et al. (2022)</a:t>
                      </a:r>
                    </a:p>
                  </a:txBody>
                  <a:tcPr anchor="ctr"/>
                </a:tc>
                <a:tc>
                  <a:txBody>
                    <a:bodyPr/>
                    <a:lstStyle/>
                    <a:p>
                      <a:pPr>
                        <a:buNone/>
                      </a:pPr>
                      <a:r>
                        <a:rPr lang="en-IN" sz="1600">
                          <a:latin typeface="Times New Roman" panose="02020603050405020304" pitchFamily="18" charset="0"/>
                          <a:cs typeface="Times New Roman" panose="02020603050405020304" pitchFamily="18" charset="0"/>
                        </a:rPr>
                        <a:t>Semantic Plagiarism Detection Methods</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Applied semantic analysis to detect disguised plagiarism.</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Helps improve intelligent plagiarism detection beyond exact matching.</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Computationally expensive for large datasets.</a:t>
                      </a:r>
                    </a:p>
                  </a:txBody>
                  <a:tcPr anchor="ctr"/>
                </a:tc>
                <a:extLst>
                  <a:ext uri="{0D108BD9-81ED-4DB2-BD59-A6C34878D82A}">
                    <a16:rowId xmlns:a16="http://schemas.microsoft.com/office/drawing/2014/main" val="3947651663"/>
                  </a:ext>
                </a:extLst>
              </a:tr>
              <a:tr h="931333">
                <a:tc>
                  <a:txBody>
                    <a:bodyPr/>
                    <a:lstStyle/>
                    <a:p>
                      <a:pPr>
                        <a:buNone/>
                      </a:pPr>
                      <a:r>
                        <a:rPr lang="en-IN" sz="1600" dirty="0">
                          <a:latin typeface="Times New Roman" panose="02020603050405020304" pitchFamily="18" charset="0"/>
                          <a:cs typeface="Times New Roman" panose="02020603050405020304" pitchFamily="18" charset="0"/>
                        </a:rPr>
                        <a:t>Singh &amp; Gupta (2023)</a:t>
                      </a:r>
                    </a:p>
                  </a:txBody>
                  <a:tcPr anchor="ctr"/>
                </a:tc>
                <a:tc>
                  <a:txBody>
                    <a:bodyPr/>
                    <a:lstStyle/>
                    <a:p>
                      <a:pPr>
                        <a:buNone/>
                      </a:pPr>
                      <a:r>
                        <a:rPr lang="en-IN" sz="1600">
                          <a:latin typeface="Times New Roman" panose="02020603050405020304" pitchFamily="18" charset="0"/>
                          <a:cs typeface="Times New Roman" panose="02020603050405020304" pitchFamily="18" charset="0"/>
                        </a:rPr>
                        <a:t>Multilingual Text Similarity Analysis</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Proposed methods for comparing documents across different languages.</a:t>
                      </a:r>
                    </a:p>
                  </a:txBody>
                  <a:tcPr anchor="ctr"/>
                </a:tc>
                <a:tc>
                  <a:txBody>
                    <a:bodyPr/>
                    <a:lstStyle/>
                    <a:p>
                      <a:pPr>
                        <a:buNone/>
                      </a:pPr>
                      <a:r>
                        <a:rPr lang="en-IN" sz="1600">
                          <a:latin typeface="Times New Roman" panose="02020603050405020304" pitchFamily="18" charset="0"/>
                          <a:cs typeface="Times New Roman" panose="02020603050405020304" pitchFamily="18" charset="0"/>
                        </a:rPr>
                        <a:t>Supports multilingual plagiarism detection feature.</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Limited language coverage and accuracy.</a:t>
                      </a:r>
                    </a:p>
                  </a:txBody>
                  <a:tcPr anchor="ctr"/>
                </a:tc>
                <a:extLst>
                  <a:ext uri="{0D108BD9-81ED-4DB2-BD59-A6C34878D82A}">
                    <a16:rowId xmlns:a16="http://schemas.microsoft.com/office/drawing/2014/main" val="2858414947"/>
                  </a:ext>
                </a:extLst>
              </a:tr>
              <a:tr h="371441">
                <a:tc>
                  <a:txBody>
                    <a:bodyPr/>
                    <a:lstStyle/>
                    <a:p>
                      <a:pPr>
                        <a:buNone/>
                      </a:pPr>
                      <a:r>
                        <a:rPr lang="en-IN" sz="1600" dirty="0">
                          <a:latin typeface="Times New Roman" panose="02020603050405020304" pitchFamily="18" charset="0"/>
                          <a:cs typeface="Times New Roman" panose="02020603050405020304" pitchFamily="18" charset="0"/>
                        </a:rPr>
                        <a:t>Patel et al. (2022)</a:t>
                      </a:r>
                    </a:p>
                  </a:txBody>
                  <a:tcPr anchor="ctr"/>
                </a:tc>
                <a:tc>
                  <a:txBody>
                    <a:bodyPr/>
                    <a:lstStyle/>
                    <a:p>
                      <a:pPr>
                        <a:buNone/>
                      </a:pPr>
                      <a:r>
                        <a:rPr lang="en-IN" sz="1600">
                          <a:latin typeface="Times New Roman" panose="02020603050405020304" pitchFamily="18" charset="0"/>
                          <a:cs typeface="Times New Roman" panose="02020603050405020304" pitchFamily="18" charset="0"/>
                        </a:rPr>
                        <a:t>Grammar and Spelling Error Detection System</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Developed automated grammar and spelling correction techniques.</a:t>
                      </a:r>
                    </a:p>
                  </a:txBody>
                  <a:tcPr anchor="ctr"/>
                </a:tc>
                <a:tc>
                  <a:txBody>
                    <a:bodyPr/>
                    <a:lstStyle/>
                    <a:p>
                      <a:pPr>
                        <a:buNone/>
                      </a:pPr>
                      <a:r>
                        <a:rPr lang="en-IN" sz="1600">
                          <a:latin typeface="Times New Roman" panose="02020603050405020304" pitchFamily="18" charset="0"/>
                          <a:cs typeface="Times New Roman" panose="02020603050405020304" pitchFamily="18" charset="0"/>
                        </a:rPr>
                        <a:t>Useful for integrating error identification functionality.</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Focused mainly on English language errors.</a:t>
                      </a:r>
                    </a:p>
                  </a:txBody>
                  <a:tcPr anchor="ctr"/>
                </a:tc>
                <a:extLst>
                  <a:ext uri="{0D108BD9-81ED-4DB2-BD59-A6C34878D82A}">
                    <a16:rowId xmlns:a16="http://schemas.microsoft.com/office/drawing/2014/main" val="3036757928"/>
                  </a:ext>
                </a:extLst>
              </a:tr>
              <a:tr h="0">
                <a:tc>
                  <a:txBody>
                    <a:bodyPr/>
                    <a:lstStyle/>
                    <a:p>
                      <a:pPr>
                        <a:buNone/>
                      </a:pPr>
                      <a:r>
                        <a:rPr lang="en-IN" sz="1600" dirty="0">
                          <a:latin typeface="Times New Roman" panose="02020603050405020304" pitchFamily="18" charset="0"/>
                          <a:cs typeface="Times New Roman" panose="02020603050405020304" pitchFamily="18" charset="0"/>
                        </a:rPr>
                        <a:t>Sharma et al. (2023)</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AI-Based Plagiarism Detection and Text Analysis</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Combined NLP and machine learning for plagiarism identification.</a:t>
                      </a:r>
                      <a:endParaRPr lang="en-US" sz="1600" dirty="0">
                        <a:latin typeface="Times New Roman" panose="02020603050405020304" pitchFamily="18" charset="0"/>
                        <a:cs typeface="Times New Roman" panose="02020603050405020304" pitchFamily="18" charset="0"/>
                      </a:endParaRPr>
                    </a:p>
                  </a:txBody>
                  <a:tcPr anchor="ctr"/>
                </a:tc>
                <a:tc>
                  <a:txBody>
                    <a:bodyPr/>
                    <a:lstStyle/>
                    <a:p>
                      <a:r>
                        <a:rPr lang="en-IN" sz="1600" dirty="0">
                          <a:latin typeface="Times New Roman" panose="02020603050405020304" pitchFamily="18" charset="0"/>
                          <a:cs typeface="Times New Roman" panose="02020603050405020304" pitchFamily="18" charset="0"/>
                        </a:rPr>
                        <a:t>Inspires intelligent detection and reporting modules.</a:t>
                      </a:r>
                    </a:p>
                  </a:txBody>
                  <a:tcPr/>
                </a:tc>
                <a:tc>
                  <a:txBody>
                    <a:bodyPr/>
                    <a:lstStyle/>
                    <a:p>
                      <a:r>
                        <a:rPr lang="en-IN" sz="1600" dirty="0">
                          <a:latin typeface="Times New Roman" panose="02020603050405020304" pitchFamily="18" charset="0"/>
                          <a:cs typeface="Times New Roman" panose="02020603050405020304" pitchFamily="18" charset="0"/>
                        </a:rPr>
                        <a:t>Requires large training datasets and higher computational resources.</a:t>
                      </a:r>
                    </a:p>
                  </a:txBody>
                  <a:tcPr/>
                </a:tc>
                <a:extLst>
                  <a:ext uri="{0D108BD9-81ED-4DB2-BD59-A6C34878D82A}">
                    <a16:rowId xmlns:a16="http://schemas.microsoft.com/office/drawing/2014/main" val="3070569205"/>
                  </a:ext>
                </a:extLst>
              </a:tr>
            </a:tbl>
          </a:graphicData>
        </a:graphic>
      </p:graphicFrame>
      <p:pic>
        <p:nvPicPr>
          <p:cNvPr id="4" name="Google Shape;161;p1">
            <a:extLst>
              <a:ext uri="{FF2B5EF4-FFF2-40B4-BE49-F238E27FC236}">
                <a16:creationId xmlns:a16="http://schemas.microsoft.com/office/drawing/2014/main" id="{43BD112E-F233-01C5-51BC-B000169E1607}"/>
              </a:ext>
            </a:extLst>
          </p:cNvPr>
          <p:cNvPicPr preferRelativeResize="0"/>
          <p:nvPr/>
        </p:nvPicPr>
        <p:blipFill rotWithShape="1">
          <a:blip r:embed="rId2">
            <a:alphaModFix/>
          </a:blip>
          <a:srcRect/>
          <a:stretch/>
        </p:blipFill>
        <p:spPr>
          <a:xfrm>
            <a:off x="388621" y="171154"/>
            <a:ext cx="1135380" cy="1343025"/>
          </a:xfrm>
          <a:prstGeom prst="rect">
            <a:avLst/>
          </a:prstGeom>
          <a:noFill/>
          <a:ln>
            <a:noFill/>
          </a:ln>
        </p:spPr>
      </p:pic>
      <p:pic>
        <p:nvPicPr>
          <p:cNvPr id="5" name="Google Shape;162;p1">
            <a:extLst>
              <a:ext uri="{FF2B5EF4-FFF2-40B4-BE49-F238E27FC236}">
                <a16:creationId xmlns:a16="http://schemas.microsoft.com/office/drawing/2014/main" id="{A3C04A70-D735-6232-AE04-432486B13BF9}"/>
              </a:ext>
            </a:extLst>
          </p:cNvPr>
          <p:cNvPicPr preferRelativeResize="0"/>
          <p:nvPr/>
        </p:nvPicPr>
        <p:blipFill rotWithShape="1">
          <a:blip r:embed="rId3">
            <a:alphaModFix/>
          </a:blip>
          <a:srcRect/>
          <a:stretch/>
        </p:blipFill>
        <p:spPr>
          <a:xfrm>
            <a:off x="10283189" y="171154"/>
            <a:ext cx="1520190" cy="1343025"/>
          </a:xfrm>
          <a:prstGeom prst="rect">
            <a:avLst/>
          </a:prstGeom>
          <a:noFill/>
          <a:ln>
            <a:noFill/>
          </a:ln>
        </p:spPr>
      </p:pic>
    </p:spTree>
    <p:extLst>
      <p:ext uri="{BB962C8B-B14F-4D97-AF65-F5344CB8AC3E}">
        <p14:creationId xmlns:p14="http://schemas.microsoft.com/office/powerpoint/2010/main" val="1294641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EE79F-82B8-F95D-B511-797227547D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0D663D-51DB-278D-DD9C-80B93ED4B958}"/>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5753A80F-B8FA-12DD-E94B-303E8B7CD27F}"/>
              </a:ext>
            </a:extLst>
          </p:cNvPr>
          <p:cNvSpPr>
            <a:spLocks noGrp="1"/>
          </p:cNvSpPr>
          <p:nvPr>
            <p:ph idx="1"/>
          </p:nvPr>
        </p:nvSpPr>
        <p:spPr>
          <a:xfrm>
            <a:off x="516467" y="1904283"/>
            <a:ext cx="10837333" cy="4351338"/>
          </a:xfrm>
        </p:spPr>
        <p:txBody>
          <a:bodyPr>
            <a:normAutofit/>
          </a:bodyPr>
          <a:lstStyle/>
          <a:p>
            <a:pPr marL="668655" lvl="1" indent="-342900" algn="just">
              <a:lnSpc>
                <a:spcPct val="150000"/>
              </a:lnSpc>
              <a:buFont typeface="Wingdings" panose="05000000000000000000" pitchFamily="2" charset="2"/>
              <a:buChar char="§"/>
            </a:pPr>
            <a:r>
              <a:rPr lang="en-US" sz="2000" dirty="0">
                <a:solidFill>
                  <a:srgbClr val="000000"/>
                </a:solidFill>
                <a:latin typeface="Times New Roman"/>
                <a:ea typeface="Times New Roman"/>
                <a:cs typeface="Times New Roman"/>
                <a:sym typeface="Times New Roman"/>
              </a:rPr>
              <a:t>With the increasing availability of digital content, plagiarism and writing errors have become major concerns in academic, research, and professional environments. Existing tools often focus only on plagiarism detection, have limited multilingual support, or cannot effectively process scanned documents. Manual verification is time-consuming, prone to errors, and inefficient for large volumes of content.</a:t>
            </a:r>
          </a:p>
          <a:p>
            <a:pPr marL="668655" lvl="1" indent="-342900" algn="just">
              <a:lnSpc>
                <a:spcPct val="150000"/>
              </a:lnSpc>
              <a:buFont typeface="Wingdings" panose="05000000000000000000" pitchFamily="2" charset="2"/>
              <a:buChar char="§"/>
            </a:pPr>
            <a:r>
              <a:rPr lang="en-US" sz="2000" dirty="0">
                <a:solidFill>
                  <a:srgbClr val="000000"/>
                </a:solidFill>
                <a:latin typeface="Times New Roman"/>
                <a:ea typeface="Times New Roman"/>
                <a:cs typeface="Times New Roman"/>
                <a:sym typeface="Times New Roman"/>
              </a:rPr>
              <a:t>Therefore, there is a need for an intelligent system that can extract text from scanned documents, support multiple languages, detect plagiarism, identify grammatical and spelling errors, and generate accurate reports to ensure content originality and quality.</a:t>
            </a:r>
          </a:p>
        </p:txBody>
      </p:sp>
      <p:pic>
        <p:nvPicPr>
          <p:cNvPr id="4" name="Google Shape;161;p1">
            <a:extLst>
              <a:ext uri="{FF2B5EF4-FFF2-40B4-BE49-F238E27FC236}">
                <a16:creationId xmlns:a16="http://schemas.microsoft.com/office/drawing/2014/main" id="{7E1D0552-D19B-33CA-659A-A3FC62522EEE}"/>
              </a:ext>
            </a:extLst>
          </p:cNvPr>
          <p:cNvPicPr preferRelativeResize="0"/>
          <p:nvPr/>
        </p:nvPicPr>
        <p:blipFill rotWithShape="1">
          <a:blip r:embed="rId2">
            <a:alphaModFix/>
          </a:blip>
          <a:srcRect/>
          <a:stretch/>
        </p:blipFill>
        <p:spPr>
          <a:xfrm>
            <a:off x="388620" y="370205"/>
            <a:ext cx="1135380" cy="1343025"/>
          </a:xfrm>
          <a:prstGeom prst="rect">
            <a:avLst/>
          </a:prstGeom>
          <a:noFill/>
          <a:ln>
            <a:noFill/>
          </a:ln>
        </p:spPr>
      </p:pic>
      <p:pic>
        <p:nvPicPr>
          <p:cNvPr id="5" name="Google Shape;162;p1">
            <a:extLst>
              <a:ext uri="{FF2B5EF4-FFF2-40B4-BE49-F238E27FC236}">
                <a16:creationId xmlns:a16="http://schemas.microsoft.com/office/drawing/2014/main" id="{D7BC6A13-335E-948B-B807-89E0B67A366B}"/>
              </a:ext>
            </a:extLst>
          </p:cNvPr>
          <p:cNvPicPr preferRelativeResize="0"/>
          <p:nvPr/>
        </p:nvPicPr>
        <p:blipFill rotWithShape="1">
          <a:blip r:embed="rId3">
            <a:alphaModFix/>
          </a:blip>
          <a:srcRect/>
          <a:stretch/>
        </p:blipFill>
        <p:spPr>
          <a:xfrm>
            <a:off x="10158095" y="238662"/>
            <a:ext cx="1520190" cy="1343025"/>
          </a:xfrm>
          <a:prstGeom prst="rect">
            <a:avLst/>
          </a:prstGeom>
          <a:noFill/>
          <a:ln>
            <a:noFill/>
          </a:ln>
        </p:spPr>
      </p:pic>
    </p:spTree>
    <p:extLst>
      <p:ext uri="{BB962C8B-B14F-4D97-AF65-F5344CB8AC3E}">
        <p14:creationId xmlns:p14="http://schemas.microsoft.com/office/powerpoint/2010/main" val="1214893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798EE-C5D8-3393-8187-FA0E96D52B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A43B54-F175-7735-2B41-DADD95655AD6}"/>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id="{08AAC7D9-C9FF-91A3-E6B8-349F133AFD78}"/>
              </a:ext>
            </a:extLst>
          </p:cNvPr>
          <p:cNvSpPr>
            <a:spLocks noGrp="1"/>
          </p:cNvSpPr>
          <p:nvPr>
            <p:ph idx="1"/>
          </p:nvPr>
        </p:nvSpPr>
        <p:spPr>
          <a:xfrm>
            <a:off x="677333" y="1904282"/>
            <a:ext cx="10786534" cy="4715055"/>
          </a:xfrm>
        </p:spPr>
        <p:txBody>
          <a:bodyPr>
            <a:normAutofit fontScale="92500" lnSpcReduction="20000"/>
          </a:bodyPr>
          <a:lstStyle/>
          <a:p>
            <a:pPr marL="0" indent="0" algn="just">
              <a:lnSpc>
                <a:spcPct val="150000"/>
              </a:lnSpc>
              <a:buNone/>
            </a:pPr>
            <a:r>
              <a:rPr lang="en-US" sz="2000" dirty="0">
                <a:solidFill>
                  <a:srgbClr val="000000"/>
                </a:solidFill>
                <a:latin typeface="Times New Roman"/>
                <a:ea typeface="Times New Roman"/>
                <a:cs typeface="Times New Roman"/>
                <a:sym typeface="Times New Roman"/>
              </a:rPr>
              <a:t>Existing plagiarism detection systems primarily compare document content against online databases and digital sources to identify duplicated text. While these systems provide basic similarity analysis, they often have limitations in processing scanned documents, supporting multiple languages, and detecting writing errors.</a:t>
            </a:r>
          </a:p>
          <a:p>
            <a:pPr marL="651510" lvl="1" indent="-325755" algn="just">
              <a:lnSpc>
                <a:spcPct val="150000"/>
              </a:lnSpc>
              <a:buFont typeface="Wingdings" panose="05000000000000000000" pitchFamily="2" charset="2"/>
              <a:buChar char="ü"/>
            </a:pPr>
            <a:r>
              <a:rPr lang="en-US" sz="2000" dirty="0">
                <a:solidFill>
                  <a:srgbClr val="000000"/>
                </a:solidFill>
                <a:latin typeface="Times New Roman"/>
                <a:ea typeface="Times New Roman"/>
                <a:cs typeface="Times New Roman"/>
                <a:sym typeface="Times New Roman"/>
              </a:rPr>
              <a:t>Limited multilingual support.</a:t>
            </a:r>
          </a:p>
          <a:p>
            <a:pPr marL="651510" lvl="1" indent="-325755" algn="just">
              <a:lnSpc>
                <a:spcPct val="150000"/>
              </a:lnSpc>
              <a:buFont typeface="Wingdings" panose="05000000000000000000" pitchFamily="2" charset="2"/>
              <a:buChar char="ü"/>
            </a:pPr>
            <a:r>
              <a:rPr lang="en-US" sz="2000" dirty="0">
                <a:solidFill>
                  <a:srgbClr val="000000"/>
                </a:solidFill>
                <a:latin typeface="Times New Roman"/>
                <a:ea typeface="Times New Roman"/>
                <a:cs typeface="Times New Roman"/>
                <a:sym typeface="Times New Roman"/>
              </a:rPr>
              <a:t>Inability to efficiently process image-based documents without OCR.</a:t>
            </a:r>
          </a:p>
          <a:p>
            <a:pPr marL="651510" lvl="1" indent="-325755" algn="just">
              <a:lnSpc>
                <a:spcPct val="150000"/>
              </a:lnSpc>
              <a:buFont typeface="Wingdings" panose="05000000000000000000" pitchFamily="2" charset="2"/>
              <a:buChar char="ü"/>
            </a:pPr>
            <a:r>
              <a:rPr lang="en-US" sz="2000" dirty="0">
                <a:solidFill>
                  <a:srgbClr val="000000"/>
                </a:solidFill>
                <a:latin typeface="Times New Roman"/>
                <a:ea typeface="Times New Roman"/>
                <a:cs typeface="Times New Roman"/>
                <a:sym typeface="Times New Roman"/>
              </a:rPr>
              <a:t>Focus mainly on plagiarism detection rather than comprehensive error analysis.</a:t>
            </a:r>
          </a:p>
          <a:p>
            <a:pPr marL="651510" lvl="1" indent="-325755" algn="just">
              <a:lnSpc>
                <a:spcPct val="150000"/>
              </a:lnSpc>
              <a:buFont typeface="Wingdings" panose="05000000000000000000" pitchFamily="2" charset="2"/>
              <a:buChar char="ü"/>
            </a:pPr>
            <a:r>
              <a:rPr lang="en-US" sz="2000" dirty="0">
                <a:solidFill>
                  <a:srgbClr val="000000"/>
                </a:solidFill>
                <a:latin typeface="Times New Roman"/>
                <a:ea typeface="Times New Roman"/>
                <a:cs typeface="Times New Roman"/>
                <a:sym typeface="Times New Roman"/>
              </a:rPr>
              <a:t>Reduced effectiveness in detecting paraphrased content.</a:t>
            </a:r>
          </a:p>
          <a:p>
            <a:pPr marL="651510" lvl="1" indent="-325755" algn="just">
              <a:lnSpc>
                <a:spcPct val="150000"/>
              </a:lnSpc>
              <a:buFont typeface="Wingdings" panose="05000000000000000000" pitchFamily="2" charset="2"/>
              <a:buChar char="ü"/>
            </a:pPr>
            <a:r>
              <a:rPr lang="en-US" sz="2000" dirty="0">
                <a:solidFill>
                  <a:srgbClr val="000000"/>
                </a:solidFill>
                <a:latin typeface="Times New Roman"/>
                <a:ea typeface="Times New Roman"/>
                <a:cs typeface="Times New Roman"/>
                <a:sym typeface="Times New Roman"/>
              </a:rPr>
              <a:t>Dependence on external databases and internet connectivity.</a:t>
            </a:r>
          </a:p>
          <a:p>
            <a:pPr marL="325755" lvl="1" indent="0" algn="just">
              <a:lnSpc>
                <a:spcPct val="150000"/>
              </a:lnSpc>
              <a:buNone/>
            </a:pPr>
            <a:r>
              <a:rPr lang="en-US" sz="2000" dirty="0">
                <a:solidFill>
                  <a:srgbClr val="000000"/>
                </a:solidFill>
                <a:latin typeface="Times New Roman"/>
                <a:ea typeface="Times New Roman"/>
                <a:cs typeface="Times New Roman"/>
                <a:sym typeface="Times New Roman"/>
              </a:rPr>
              <a:t>These limitations create the need for an advanced solution that integrates OCR, NLP, multilingual analysis, plagiarism detection, and error identification within a single system.</a:t>
            </a:r>
          </a:p>
        </p:txBody>
      </p:sp>
      <p:pic>
        <p:nvPicPr>
          <p:cNvPr id="4" name="Google Shape;161;p1">
            <a:extLst>
              <a:ext uri="{FF2B5EF4-FFF2-40B4-BE49-F238E27FC236}">
                <a16:creationId xmlns:a16="http://schemas.microsoft.com/office/drawing/2014/main" id="{E015EDA1-7122-14AA-EA84-6FC7C6BADEF1}"/>
              </a:ext>
            </a:extLst>
          </p:cNvPr>
          <p:cNvPicPr preferRelativeResize="0"/>
          <p:nvPr/>
        </p:nvPicPr>
        <p:blipFill rotWithShape="1">
          <a:blip r:embed="rId2">
            <a:alphaModFix/>
          </a:blip>
          <a:srcRect/>
          <a:stretch/>
        </p:blipFill>
        <p:spPr>
          <a:xfrm>
            <a:off x="388620" y="370205"/>
            <a:ext cx="1135380" cy="1343025"/>
          </a:xfrm>
          <a:prstGeom prst="rect">
            <a:avLst/>
          </a:prstGeom>
          <a:noFill/>
          <a:ln>
            <a:noFill/>
          </a:ln>
        </p:spPr>
      </p:pic>
      <p:pic>
        <p:nvPicPr>
          <p:cNvPr id="5" name="Google Shape;162;p1">
            <a:extLst>
              <a:ext uri="{FF2B5EF4-FFF2-40B4-BE49-F238E27FC236}">
                <a16:creationId xmlns:a16="http://schemas.microsoft.com/office/drawing/2014/main" id="{12439DD9-5579-1984-C3FF-9B7B9D8FAA5F}"/>
              </a:ext>
            </a:extLst>
          </p:cNvPr>
          <p:cNvPicPr preferRelativeResize="0"/>
          <p:nvPr/>
        </p:nvPicPr>
        <p:blipFill rotWithShape="1">
          <a:blip r:embed="rId3">
            <a:alphaModFix/>
          </a:blip>
          <a:srcRect/>
          <a:stretch/>
        </p:blipFill>
        <p:spPr>
          <a:xfrm>
            <a:off x="10158095" y="238662"/>
            <a:ext cx="1520190" cy="1343025"/>
          </a:xfrm>
          <a:prstGeom prst="rect">
            <a:avLst/>
          </a:prstGeom>
          <a:noFill/>
          <a:ln>
            <a:noFill/>
          </a:ln>
        </p:spPr>
      </p:pic>
    </p:spTree>
    <p:extLst>
      <p:ext uri="{BB962C8B-B14F-4D97-AF65-F5344CB8AC3E}">
        <p14:creationId xmlns:p14="http://schemas.microsoft.com/office/powerpoint/2010/main" val="38168773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8A83A-8CF6-F544-BBAE-D488EF400E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43F879-0C93-09F5-9122-3FEF7C70070E}"/>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Proposed System</a:t>
            </a:r>
          </a:p>
        </p:txBody>
      </p:sp>
      <p:sp>
        <p:nvSpPr>
          <p:cNvPr id="3" name="Content Placeholder 2">
            <a:extLst>
              <a:ext uri="{FF2B5EF4-FFF2-40B4-BE49-F238E27FC236}">
                <a16:creationId xmlns:a16="http://schemas.microsoft.com/office/drawing/2014/main" id="{0AA5A8AB-042A-19DE-69B0-96E94E728991}"/>
              </a:ext>
            </a:extLst>
          </p:cNvPr>
          <p:cNvSpPr>
            <a:spLocks noGrp="1"/>
          </p:cNvSpPr>
          <p:nvPr>
            <p:ph idx="1"/>
          </p:nvPr>
        </p:nvSpPr>
        <p:spPr>
          <a:xfrm>
            <a:off x="948265" y="1904282"/>
            <a:ext cx="10515601" cy="4715055"/>
          </a:xfrm>
        </p:spPr>
        <p:txBody>
          <a:bodyPr>
            <a:normAutofit/>
          </a:bodyPr>
          <a:lstStyle/>
          <a:p>
            <a:pPr algn="just">
              <a:lnSpc>
                <a:spcPct val="150000"/>
              </a:lnSpc>
              <a:buFont typeface="Wingdings" panose="05000000000000000000" pitchFamily="2" charset="2"/>
              <a:buChar char="§"/>
            </a:pPr>
            <a:r>
              <a:rPr lang="en-US" sz="2000" dirty="0">
                <a:solidFill>
                  <a:srgbClr val="000000"/>
                </a:solidFill>
                <a:latin typeface="Times New Roman"/>
                <a:ea typeface="Times New Roman"/>
                <a:cs typeface="Times New Roman"/>
                <a:sym typeface="Times New Roman"/>
              </a:rPr>
              <a:t>Develop an Intelligent Multilingual Plagiarism Detection and Error Identification System using C++.</a:t>
            </a:r>
          </a:p>
          <a:p>
            <a:pPr algn="just">
              <a:lnSpc>
                <a:spcPct val="150000"/>
              </a:lnSpc>
              <a:buFont typeface="Wingdings" panose="05000000000000000000" pitchFamily="2" charset="2"/>
              <a:buChar char="§"/>
            </a:pPr>
            <a:r>
              <a:rPr lang="en-US" sz="2000" dirty="0">
                <a:solidFill>
                  <a:srgbClr val="000000"/>
                </a:solidFill>
                <a:latin typeface="Times New Roman"/>
                <a:ea typeface="Times New Roman"/>
                <a:cs typeface="Times New Roman"/>
                <a:sym typeface="Times New Roman"/>
              </a:rPr>
              <a:t>Accept documents in multiple formats and extract text using OCR for scanned files.</a:t>
            </a:r>
          </a:p>
          <a:p>
            <a:pPr algn="just">
              <a:lnSpc>
                <a:spcPct val="150000"/>
              </a:lnSpc>
              <a:buFont typeface="Wingdings" panose="05000000000000000000" pitchFamily="2" charset="2"/>
              <a:buChar char="§"/>
            </a:pPr>
            <a:r>
              <a:rPr lang="en-US" sz="2000" dirty="0">
                <a:solidFill>
                  <a:srgbClr val="000000"/>
                </a:solidFill>
                <a:latin typeface="Times New Roman"/>
                <a:ea typeface="Times New Roman"/>
                <a:cs typeface="Times New Roman"/>
                <a:sym typeface="Times New Roman"/>
              </a:rPr>
              <a:t>Analyze multilingual text using Natural Language Processing (NLP) techniques.</a:t>
            </a:r>
          </a:p>
          <a:p>
            <a:pPr algn="just">
              <a:lnSpc>
                <a:spcPct val="150000"/>
              </a:lnSpc>
              <a:buFont typeface="Wingdings" panose="05000000000000000000" pitchFamily="2" charset="2"/>
              <a:buChar char="§"/>
            </a:pPr>
            <a:r>
              <a:rPr lang="en-US" sz="2000" dirty="0">
                <a:solidFill>
                  <a:srgbClr val="000000"/>
                </a:solidFill>
                <a:latin typeface="Times New Roman"/>
                <a:ea typeface="Times New Roman"/>
                <a:cs typeface="Times New Roman"/>
                <a:sym typeface="Times New Roman"/>
              </a:rPr>
              <a:t>Detect exact and paraphrased plagiarism using TF-IDF and Cosine Similarity algorithms.</a:t>
            </a:r>
          </a:p>
          <a:p>
            <a:pPr algn="just">
              <a:lnSpc>
                <a:spcPct val="150000"/>
              </a:lnSpc>
              <a:buFont typeface="Wingdings" panose="05000000000000000000" pitchFamily="2" charset="2"/>
              <a:buChar char="§"/>
            </a:pPr>
            <a:r>
              <a:rPr lang="en-US" sz="2000" dirty="0">
                <a:solidFill>
                  <a:srgbClr val="000000"/>
                </a:solidFill>
                <a:latin typeface="Times New Roman"/>
                <a:ea typeface="Times New Roman"/>
                <a:cs typeface="Times New Roman"/>
                <a:sym typeface="Times New Roman"/>
              </a:rPr>
              <a:t>Generate a detailed report showing similarity percentage, matched sources, and grammar/spelling errors.</a:t>
            </a:r>
          </a:p>
        </p:txBody>
      </p:sp>
      <p:pic>
        <p:nvPicPr>
          <p:cNvPr id="4" name="Google Shape;161;p1">
            <a:extLst>
              <a:ext uri="{FF2B5EF4-FFF2-40B4-BE49-F238E27FC236}">
                <a16:creationId xmlns:a16="http://schemas.microsoft.com/office/drawing/2014/main" id="{F589D709-373F-F456-F6D2-44985A30205C}"/>
              </a:ext>
            </a:extLst>
          </p:cNvPr>
          <p:cNvPicPr preferRelativeResize="0"/>
          <p:nvPr/>
        </p:nvPicPr>
        <p:blipFill rotWithShape="1">
          <a:blip r:embed="rId2">
            <a:alphaModFix/>
          </a:blip>
          <a:srcRect/>
          <a:stretch/>
        </p:blipFill>
        <p:spPr>
          <a:xfrm>
            <a:off x="380575" y="238662"/>
            <a:ext cx="1135380" cy="1343025"/>
          </a:xfrm>
          <a:prstGeom prst="rect">
            <a:avLst/>
          </a:prstGeom>
          <a:noFill/>
          <a:ln>
            <a:noFill/>
          </a:ln>
        </p:spPr>
      </p:pic>
      <p:pic>
        <p:nvPicPr>
          <p:cNvPr id="5" name="Google Shape;162;p1">
            <a:extLst>
              <a:ext uri="{FF2B5EF4-FFF2-40B4-BE49-F238E27FC236}">
                <a16:creationId xmlns:a16="http://schemas.microsoft.com/office/drawing/2014/main" id="{69C1BE1E-49D2-6685-A2BE-3D1775479535}"/>
              </a:ext>
            </a:extLst>
          </p:cNvPr>
          <p:cNvPicPr preferRelativeResize="0"/>
          <p:nvPr/>
        </p:nvPicPr>
        <p:blipFill rotWithShape="1">
          <a:blip r:embed="rId3">
            <a:alphaModFix/>
          </a:blip>
          <a:srcRect/>
          <a:stretch/>
        </p:blipFill>
        <p:spPr>
          <a:xfrm>
            <a:off x="10158095" y="238662"/>
            <a:ext cx="1520190" cy="1343025"/>
          </a:xfrm>
          <a:prstGeom prst="rect">
            <a:avLst/>
          </a:prstGeom>
          <a:noFill/>
          <a:ln>
            <a:noFill/>
          </a:ln>
        </p:spPr>
      </p:pic>
    </p:spTree>
    <p:extLst>
      <p:ext uri="{BB962C8B-B14F-4D97-AF65-F5344CB8AC3E}">
        <p14:creationId xmlns:p14="http://schemas.microsoft.com/office/powerpoint/2010/main" val="1397917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FD467-150A-E8FC-B63E-D0226E22BF27}"/>
              </a:ext>
            </a:extLst>
          </p:cNvPr>
          <p:cNvSpPr>
            <a:spLocks noGrp="1"/>
          </p:cNvSpPr>
          <p:nvPr>
            <p:ph type="title"/>
          </p:nvPr>
        </p:nvSpPr>
        <p:spPr/>
        <p:txBody>
          <a:bodyPr/>
          <a:lstStyle/>
          <a:p>
            <a:pPr algn="ctr"/>
            <a:r>
              <a:rPr lang="en-US" b="1" dirty="0">
                <a:latin typeface="Times New Roman"/>
                <a:ea typeface="Times New Roman"/>
                <a:cs typeface="Times New Roman"/>
                <a:sym typeface="Times New Roman"/>
              </a:rPr>
              <a:t>Modules 1</a:t>
            </a:r>
            <a:endParaRPr lang="en-IN" b="1" dirty="0"/>
          </a:p>
        </p:txBody>
      </p:sp>
      <p:sp>
        <p:nvSpPr>
          <p:cNvPr id="3" name="Content Placeholder 2">
            <a:extLst>
              <a:ext uri="{FF2B5EF4-FFF2-40B4-BE49-F238E27FC236}">
                <a16:creationId xmlns:a16="http://schemas.microsoft.com/office/drawing/2014/main" id="{D0A1861F-5BF9-7118-C3CF-0B674462D945}"/>
              </a:ext>
            </a:extLst>
          </p:cNvPr>
          <p:cNvSpPr>
            <a:spLocks noGrp="1"/>
          </p:cNvSpPr>
          <p:nvPr>
            <p:ph idx="1"/>
          </p:nvPr>
        </p:nvSpPr>
        <p:spPr>
          <a:xfrm>
            <a:off x="745067" y="1825625"/>
            <a:ext cx="10608733" cy="4662170"/>
          </a:xfrm>
        </p:spPr>
        <p:txBody>
          <a:bodyPr>
            <a:normAutofit lnSpcReduction="10000"/>
          </a:bodyPr>
          <a:lstStyle/>
          <a:p>
            <a:pPr marL="0" indent="0">
              <a:lnSpc>
                <a:spcPct val="110000"/>
              </a:lnSpc>
              <a:buNone/>
            </a:pPr>
            <a:r>
              <a:rPr lang="en-IN" sz="1800" b="1" dirty="0">
                <a:latin typeface="Times New Roman" panose="02020603050405020304" pitchFamily="18" charset="0"/>
                <a:cs typeface="Times New Roman" panose="02020603050405020304" pitchFamily="18" charset="0"/>
              </a:rPr>
              <a:t>Text Acquisition &amp; Language Processing:</a:t>
            </a:r>
          </a:p>
          <a:p>
            <a:pPr marL="0" indent="0" algn="just">
              <a:lnSpc>
                <a:spcPct val="120000"/>
              </a:lnSpc>
              <a:buNone/>
            </a:pPr>
            <a:r>
              <a:rPr lang="en-IN" sz="1800" dirty="0">
                <a:latin typeface="Times New Roman" panose="02020603050405020304" pitchFamily="18" charset="0"/>
                <a:cs typeface="Times New Roman" panose="02020603050405020304" pitchFamily="18" charset="0"/>
              </a:rPr>
              <a:t>This module is responsible for collecting documents from users and converting them into editable text. It supports different file formats such as PDF, Word documents, text files, and scanned images. OCR technology is used to extract text from images, while NLP techniques help identify the language and prepare the text for further analysis.</a:t>
            </a:r>
          </a:p>
          <a:p>
            <a:pPr marL="0" indent="0" algn="just">
              <a:buNone/>
            </a:pPr>
            <a:r>
              <a:rPr lang="en-IN" sz="1800" b="1" dirty="0">
                <a:latin typeface="Times New Roman" panose="02020603050405020304" pitchFamily="18" charset="0"/>
                <a:cs typeface="Times New Roman" panose="02020603050405020304" pitchFamily="18" charset="0"/>
              </a:rPr>
              <a:t>Functions</a:t>
            </a:r>
          </a:p>
          <a:p>
            <a:pPr lvl="0" algn="just"/>
            <a:r>
              <a:rPr lang="en-IN" sz="1800" dirty="0">
                <a:latin typeface="Times New Roman" panose="02020603050405020304" pitchFamily="18" charset="0"/>
                <a:cs typeface="Times New Roman" panose="02020603050405020304" pitchFamily="18" charset="0"/>
              </a:rPr>
              <a:t>Accepts documents in multiple formats. </a:t>
            </a:r>
          </a:p>
          <a:p>
            <a:pPr lvl="0" algn="just"/>
            <a:r>
              <a:rPr lang="en-IN" sz="1800" dirty="0">
                <a:latin typeface="Times New Roman" panose="02020603050405020304" pitchFamily="18" charset="0"/>
                <a:cs typeface="Times New Roman" panose="02020603050405020304" pitchFamily="18" charset="0"/>
              </a:rPr>
              <a:t>Extracts text from scanned images using OCR. </a:t>
            </a:r>
          </a:p>
          <a:p>
            <a:pPr lvl="0" algn="just"/>
            <a:r>
              <a:rPr lang="en-IN" sz="1800" dirty="0">
                <a:latin typeface="Times New Roman" panose="02020603050405020304" pitchFamily="18" charset="0"/>
                <a:cs typeface="Times New Roman" panose="02020603050405020304" pitchFamily="18" charset="0"/>
              </a:rPr>
              <a:t>Detects the language automatically. </a:t>
            </a:r>
          </a:p>
          <a:p>
            <a:pPr lvl="0" algn="just"/>
            <a:r>
              <a:rPr lang="en-IN" sz="1800" dirty="0">
                <a:latin typeface="Times New Roman" panose="02020603050405020304" pitchFamily="18" charset="0"/>
                <a:cs typeface="Times New Roman" panose="02020603050405020304" pitchFamily="18" charset="0"/>
              </a:rPr>
              <a:t>Removes unwanted symbols and formatting. </a:t>
            </a:r>
          </a:p>
          <a:p>
            <a:pPr lvl="0" algn="just"/>
            <a:r>
              <a:rPr lang="en-IN" sz="1800" dirty="0">
                <a:latin typeface="Times New Roman" panose="02020603050405020304" pitchFamily="18" charset="0"/>
                <a:cs typeface="Times New Roman" panose="02020603050405020304" pitchFamily="18" charset="0"/>
              </a:rPr>
              <a:t>Prepares text for plagiarism and error analysis. </a:t>
            </a:r>
          </a:p>
          <a:p>
            <a:pPr marL="0" indent="0" algn="just">
              <a:buNone/>
            </a:pPr>
            <a:r>
              <a:rPr lang="en-IN" sz="1800" b="1" dirty="0">
                <a:latin typeface="Times New Roman" panose="02020603050405020304" pitchFamily="18" charset="0"/>
                <a:cs typeface="Times New Roman" panose="02020603050405020304" pitchFamily="18" charset="0"/>
              </a:rPr>
              <a:t>Output</a:t>
            </a:r>
          </a:p>
          <a:p>
            <a:pPr marL="0" lvl="0" indent="0" algn="just">
              <a:buNone/>
            </a:pPr>
            <a:r>
              <a:rPr lang="en-IN" sz="1800" dirty="0">
                <a:latin typeface="Times New Roman" panose="02020603050405020304" pitchFamily="18" charset="0"/>
                <a:cs typeface="Times New Roman" panose="02020603050405020304" pitchFamily="18" charset="0"/>
              </a:rPr>
              <a:t>Clean and structured multilingual text ready for processing.</a:t>
            </a:r>
          </a:p>
        </p:txBody>
      </p:sp>
      <p:pic>
        <p:nvPicPr>
          <p:cNvPr id="4" name="Google Shape;161;p1">
            <a:extLst>
              <a:ext uri="{FF2B5EF4-FFF2-40B4-BE49-F238E27FC236}">
                <a16:creationId xmlns:a16="http://schemas.microsoft.com/office/drawing/2014/main" id="{4B8870A7-1885-152A-83E8-8E964F0CC32D}"/>
              </a:ext>
            </a:extLst>
          </p:cNvPr>
          <p:cNvPicPr preferRelativeResize="0"/>
          <p:nvPr/>
        </p:nvPicPr>
        <p:blipFill rotWithShape="1">
          <a:blip r:embed="rId2">
            <a:alphaModFix/>
          </a:blip>
          <a:srcRect/>
          <a:stretch/>
        </p:blipFill>
        <p:spPr>
          <a:xfrm>
            <a:off x="388620" y="370205"/>
            <a:ext cx="1135380" cy="1343025"/>
          </a:xfrm>
          <a:prstGeom prst="rect">
            <a:avLst/>
          </a:prstGeom>
          <a:noFill/>
          <a:ln>
            <a:noFill/>
          </a:ln>
        </p:spPr>
      </p:pic>
      <p:pic>
        <p:nvPicPr>
          <p:cNvPr id="5" name="Google Shape;162;p1">
            <a:extLst>
              <a:ext uri="{FF2B5EF4-FFF2-40B4-BE49-F238E27FC236}">
                <a16:creationId xmlns:a16="http://schemas.microsoft.com/office/drawing/2014/main" id="{0CE3607E-E4B6-01BA-D411-59BE6DDBF34B}"/>
              </a:ext>
            </a:extLst>
          </p:cNvPr>
          <p:cNvPicPr preferRelativeResize="0"/>
          <p:nvPr/>
        </p:nvPicPr>
        <p:blipFill rotWithShape="1">
          <a:blip r:embed="rId3">
            <a:alphaModFix/>
          </a:blip>
          <a:srcRect/>
          <a:stretch/>
        </p:blipFill>
        <p:spPr>
          <a:xfrm>
            <a:off x="10158095" y="219808"/>
            <a:ext cx="1520190" cy="1343025"/>
          </a:xfrm>
          <a:prstGeom prst="rect">
            <a:avLst/>
          </a:prstGeom>
          <a:noFill/>
          <a:ln>
            <a:noFill/>
          </a:ln>
        </p:spPr>
      </p:pic>
    </p:spTree>
    <p:extLst>
      <p:ext uri="{BB962C8B-B14F-4D97-AF65-F5344CB8AC3E}">
        <p14:creationId xmlns:p14="http://schemas.microsoft.com/office/powerpoint/2010/main" val="24586018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AE714-8FAF-2491-7D83-B090B94C48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AE92A8-1B44-E8BD-50B2-FF1EB2E042F4}"/>
              </a:ext>
            </a:extLst>
          </p:cNvPr>
          <p:cNvSpPr>
            <a:spLocks noGrp="1"/>
          </p:cNvSpPr>
          <p:nvPr>
            <p:ph type="title"/>
          </p:nvPr>
        </p:nvSpPr>
        <p:spPr/>
        <p:txBody>
          <a:bodyPr/>
          <a:lstStyle/>
          <a:p>
            <a:pPr algn="ctr"/>
            <a:r>
              <a:rPr lang="en-US" b="1" dirty="0">
                <a:latin typeface="Times New Roman"/>
                <a:ea typeface="Times New Roman"/>
                <a:cs typeface="Times New Roman"/>
                <a:sym typeface="Times New Roman"/>
              </a:rPr>
              <a:t>Modules 2</a:t>
            </a:r>
            <a:endParaRPr lang="en-IN" b="1" dirty="0"/>
          </a:p>
        </p:txBody>
      </p:sp>
      <p:sp>
        <p:nvSpPr>
          <p:cNvPr id="3" name="Content Placeholder 2">
            <a:extLst>
              <a:ext uri="{FF2B5EF4-FFF2-40B4-BE49-F238E27FC236}">
                <a16:creationId xmlns:a16="http://schemas.microsoft.com/office/drawing/2014/main" id="{A79CD52E-6E5B-067F-7D2B-A31C17302B17}"/>
              </a:ext>
            </a:extLst>
          </p:cNvPr>
          <p:cNvSpPr>
            <a:spLocks noGrp="1"/>
          </p:cNvSpPr>
          <p:nvPr>
            <p:ph idx="1"/>
          </p:nvPr>
        </p:nvSpPr>
        <p:spPr>
          <a:xfrm>
            <a:off x="745067" y="1825624"/>
            <a:ext cx="10608733" cy="4524375"/>
          </a:xfrm>
        </p:spPr>
        <p:txBody>
          <a:bodyPr>
            <a:normAutofit fontScale="92500" lnSpcReduction="20000"/>
          </a:bodyPr>
          <a:lstStyle/>
          <a:p>
            <a:pPr marL="0" indent="0" algn="just">
              <a:lnSpc>
                <a:spcPct val="110000"/>
              </a:lnSpc>
              <a:buNone/>
            </a:pPr>
            <a:r>
              <a:rPr lang="en-IN" sz="2000" b="1" dirty="0">
                <a:latin typeface="Times New Roman" panose="02020603050405020304" pitchFamily="18" charset="0"/>
                <a:cs typeface="Times New Roman" panose="02020603050405020304" pitchFamily="18" charset="0"/>
              </a:rPr>
              <a:t>Error Identification Engine:</a:t>
            </a:r>
          </a:p>
          <a:p>
            <a:pPr marL="0" indent="0" algn="just">
              <a:lnSpc>
                <a:spcPct val="110000"/>
              </a:lnSpc>
              <a:buNone/>
            </a:pPr>
            <a:r>
              <a:rPr lang="en-IN" sz="2000" dirty="0">
                <a:latin typeface="Times New Roman" panose="02020603050405020304" pitchFamily="18" charset="0"/>
                <a:cs typeface="Times New Roman" panose="02020603050405020304" pitchFamily="18" charset="0"/>
              </a:rPr>
              <a:t>This module </a:t>
            </a:r>
            <a:r>
              <a:rPr lang="en-IN" sz="2000" dirty="0" err="1">
                <a:latin typeface="Times New Roman" panose="02020603050405020304" pitchFamily="18" charset="0"/>
                <a:cs typeface="Times New Roman" panose="02020603050405020304" pitchFamily="18" charset="0"/>
              </a:rPr>
              <a:t>analyzes</a:t>
            </a:r>
            <a:r>
              <a:rPr lang="en-IN" sz="2000" dirty="0">
                <a:latin typeface="Times New Roman" panose="02020603050405020304" pitchFamily="18" charset="0"/>
                <a:cs typeface="Times New Roman" panose="02020603050405020304" pitchFamily="18" charset="0"/>
              </a:rPr>
              <a:t> the extracted text and identifies different types of writing errors. It helps users improve document quality by detecting spelling mistakes, grammar issues, punctuation errors, and sentence structure problems across multiple languages.</a:t>
            </a:r>
          </a:p>
          <a:p>
            <a:pPr marL="0" indent="0" algn="just">
              <a:lnSpc>
                <a:spcPct val="110000"/>
              </a:lnSpc>
              <a:buNone/>
            </a:pPr>
            <a:r>
              <a:rPr lang="en-IN" sz="2000" b="1" dirty="0">
                <a:latin typeface="Times New Roman" panose="02020603050405020304" pitchFamily="18" charset="0"/>
                <a:cs typeface="Times New Roman" panose="02020603050405020304" pitchFamily="18" charset="0"/>
              </a:rPr>
              <a:t>Functions</a:t>
            </a:r>
          </a:p>
          <a:p>
            <a:pPr lvl="0" algn="just">
              <a:lnSpc>
                <a:spcPct val="110000"/>
              </a:lnSpc>
            </a:pPr>
            <a:r>
              <a:rPr lang="en-IN" sz="2200" dirty="0">
                <a:latin typeface="Times New Roman" panose="02020603050405020304" pitchFamily="18" charset="0"/>
                <a:cs typeface="Times New Roman" panose="02020603050405020304" pitchFamily="18" charset="0"/>
              </a:rPr>
              <a:t>Detects</a:t>
            </a:r>
            <a:r>
              <a:rPr lang="en-IN" sz="2000" dirty="0">
                <a:latin typeface="Times New Roman" panose="02020603050405020304" pitchFamily="18" charset="0"/>
                <a:cs typeface="Times New Roman" panose="02020603050405020304" pitchFamily="18" charset="0"/>
              </a:rPr>
              <a:t> spelling mistakes. </a:t>
            </a:r>
          </a:p>
          <a:p>
            <a:pPr lvl="0" algn="just">
              <a:lnSpc>
                <a:spcPct val="110000"/>
              </a:lnSpc>
            </a:pPr>
            <a:r>
              <a:rPr lang="en-IN" sz="2000" dirty="0">
                <a:latin typeface="Times New Roman" panose="02020603050405020304" pitchFamily="18" charset="0"/>
                <a:cs typeface="Times New Roman" panose="02020603050405020304" pitchFamily="18" charset="0"/>
              </a:rPr>
              <a:t>Identifies grammatical errors. </a:t>
            </a:r>
          </a:p>
          <a:p>
            <a:pPr lvl="0" algn="just">
              <a:lnSpc>
                <a:spcPct val="110000"/>
              </a:lnSpc>
            </a:pPr>
            <a:r>
              <a:rPr lang="en-IN" sz="2000" dirty="0">
                <a:latin typeface="Times New Roman" panose="02020603050405020304" pitchFamily="18" charset="0"/>
                <a:cs typeface="Times New Roman" panose="02020603050405020304" pitchFamily="18" charset="0"/>
              </a:rPr>
              <a:t>Checks punctuation and formatting. </a:t>
            </a:r>
          </a:p>
          <a:p>
            <a:pPr lvl="0" algn="just">
              <a:lnSpc>
                <a:spcPct val="110000"/>
              </a:lnSpc>
            </a:pPr>
            <a:r>
              <a:rPr lang="en-IN" sz="2000" dirty="0">
                <a:latin typeface="Times New Roman" panose="02020603050405020304" pitchFamily="18" charset="0"/>
                <a:cs typeface="Times New Roman" panose="02020603050405020304" pitchFamily="18" charset="0"/>
              </a:rPr>
              <a:t>Suggests corrections for detected errors. </a:t>
            </a:r>
          </a:p>
          <a:p>
            <a:pPr lvl="0" algn="just">
              <a:lnSpc>
                <a:spcPct val="110000"/>
              </a:lnSpc>
            </a:pPr>
            <a:r>
              <a:rPr lang="en-IN" sz="2000" dirty="0">
                <a:latin typeface="Times New Roman" panose="02020603050405020304" pitchFamily="18" charset="0"/>
                <a:cs typeface="Times New Roman" panose="02020603050405020304" pitchFamily="18" charset="0"/>
              </a:rPr>
              <a:t>Improves readability and writing quality. </a:t>
            </a:r>
          </a:p>
          <a:p>
            <a:pPr marL="0" indent="0" algn="just">
              <a:lnSpc>
                <a:spcPct val="110000"/>
              </a:lnSpc>
              <a:buNone/>
            </a:pPr>
            <a:r>
              <a:rPr lang="en-IN" sz="2000" b="1" dirty="0">
                <a:latin typeface="Times New Roman" panose="02020603050405020304" pitchFamily="18" charset="0"/>
                <a:cs typeface="Times New Roman" panose="02020603050405020304" pitchFamily="18" charset="0"/>
              </a:rPr>
              <a:t>Output</a:t>
            </a:r>
          </a:p>
          <a:p>
            <a:pPr marL="0" lvl="0" indent="0" algn="just">
              <a:lnSpc>
                <a:spcPct val="110000"/>
              </a:lnSpc>
              <a:buNone/>
            </a:pPr>
            <a:r>
              <a:rPr lang="en-IN" sz="2000" dirty="0">
                <a:latin typeface="Times New Roman" panose="02020603050405020304" pitchFamily="18" charset="0"/>
                <a:cs typeface="Times New Roman" panose="02020603050405020304" pitchFamily="18" charset="0"/>
              </a:rPr>
              <a:t>List of detected errors with suggested corrections.</a:t>
            </a:r>
          </a:p>
        </p:txBody>
      </p:sp>
      <p:pic>
        <p:nvPicPr>
          <p:cNvPr id="4" name="Google Shape;161;p1">
            <a:extLst>
              <a:ext uri="{FF2B5EF4-FFF2-40B4-BE49-F238E27FC236}">
                <a16:creationId xmlns:a16="http://schemas.microsoft.com/office/drawing/2014/main" id="{04AFB528-0FF3-B292-4B7E-D80765E5994A}"/>
              </a:ext>
            </a:extLst>
          </p:cNvPr>
          <p:cNvPicPr preferRelativeResize="0"/>
          <p:nvPr/>
        </p:nvPicPr>
        <p:blipFill rotWithShape="1">
          <a:blip r:embed="rId2">
            <a:alphaModFix/>
          </a:blip>
          <a:srcRect/>
          <a:stretch/>
        </p:blipFill>
        <p:spPr>
          <a:xfrm>
            <a:off x="388620" y="370205"/>
            <a:ext cx="1135380" cy="1343025"/>
          </a:xfrm>
          <a:prstGeom prst="rect">
            <a:avLst/>
          </a:prstGeom>
          <a:noFill/>
          <a:ln>
            <a:noFill/>
          </a:ln>
        </p:spPr>
      </p:pic>
      <p:pic>
        <p:nvPicPr>
          <p:cNvPr id="5" name="Google Shape;162;p1">
            <a:extLst>
              <a:ext uri="{FF2B5EF4-FFF2-40B4-BE49-F238E27FC236}">
                <a16:creationId xmlns:a16="http://schemas.microsoft.com/office/drawing/2014/main" id="{7493C92C-5AA4-EDED-6C66-C6AB382BCB3F}"/>
              </a:ext>
            </a:extLst>
          </p:cNvPr>
          <p:cNvPicPr preferRelativeResize="0"/>
          <p:nvPr/>
        </p:nvPicPr>
        <p:blipFill rotWithShape="1">
          <a:blip r:embed="rId3">
            <a:alphaModFix/>
          </a:blip>
          <a:srcRect/>
          <a:stretch/>
        </p:blipFill>
        <p:spPr>
          <a:xfrm>
            <a:off x="10158095" y="219808"/>
            <a:ext cx="1520190" cy="1343025"/>
          </a:xfrm>
          <a:prstGeom prst="rect">
            <a:avLst/>
          </a:prstGeom>
          <a:noFill/>
          <a:ln>
            <a:noFill/>
          </a:ln>
        </p:spPr>
      </p:pic>
    </p:spTree>
    <p:extLst>
      <p:ext uri="{BB962C8B-B14F-4D97-AF65-F5344CB8AC3E}">
        <p14:creationId xmlns:p14="http://schemas.microsoft.com/office/powerpoint/2010/main" val="28175118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EBCE4-5032-B116-F9CF-857B5DB7B2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B685A-40BF-3809-56CE-F4206E9D7F3D}"/>
              </a:ext>
            </a:extLst>
          </p:cNvPr>
          <p:cNvSpPr>
            <a:spLocks noGrp="1"/>
          </p:cNvSpPr>
          <p:nvPr>
            <p:ph type="title"/>
          </p:nvPr>
        </p:nvSpPr>
        <p:spPr/>
        <p:txBody>
          <a:bodyPr/>
          <a:lstStyle/>
          <a:p>
            <a:pPr algn="ctr"/>
            <a:r>
              <a:rPr lang="en-US" b="1" dirty="0">
                <a:latin typeface="Times New Roman"/>
                <a:ea typeface="Times New Roman"/>
                <a:cs typeface="Times New Roman"/>
                <a:sym typeface="Times New Roman"/>
              </a:rPr>
              <a:t>Modules 3</a:t>
            </a:r>
            <a:endParaRPr lang="en-IN" b="1" dirty="0"/>
          </a:p>
        </p:txBody>
      </p:sp>
      <p:sp>
        <p:nvSpPr>
          <p:cNvPr id="3" name="Content Placeholder 2">
            <a:extLst>
              <a:ext uri="{FF2B5EF4-FFF2-40B4-BE49-F238E27FC236}">
                <a16:creationId xmlns:a16="http://schemas.microsoft.com/office/drawing/2014/main" id="{C1C7659C-91A5-7970-1659-B32E7A202F96}"/>
              </a:ext>
            </a:extLst>
          </p:cNvPr>
          <p:cNvSpPr>
            <a:spLocks noGrp="1"/>
          </p:cNvSpPr>
          <p:nvPr>
            <p:ph idx="1"/>
          </p:nvPr>
        </p:nvSpPr>
        <p:spPr>
          <a:xfrm>
            <a:off x="745067" y="1825625"/>
            <a:ext cx="10608733" cy="4351338"/>
          </a:xfrm>
        </p:spPr>
        <p:txBody>
          <a:bodyPr>
            <a:noAutofit/>
          </a:bodyPr>
          <a:lstStyle/>
          <a:p>
            <a:pPr marL="0" indent="0">
              <a:lnSpc>
                <a:spcPct val="110000"/>
              </a:lnSpc>
              <a:buNone/>
            </a:pPr>
            <a:r>
              <a:rPr lang="en-IN" sz="1800" b="1" dirty="0">
                <a:latin typeface="Times New Roman" panose="02020603050405020304" pitchFamily="18" charset="0"/>
                <a:cs typeface="Times New Roman" panose="02020603050405020304" pitchFamily="18" charset="0"/>
              </a:rPr>
              <a:t>Plagiarism Detection Engine:</a:t>
            </a:r>
          </a:p>
          <a:p>
            <a:pPr marL="0" indent="0">
              <a:lnSpc>
                <a:spcPct val="110000"/>
              </a:lnSpc>
              <a:buNone/>
            </a:pPr>
            <a:r>
              <a:rPr lang="en-IN" sz="1800" dirty="0">
                <a:latin typeface="Times New Roman" panose="02020603050405020304" pitchFamily="18" charset="0"/>
                <a:cs typeface="Times New Roman" panose="02020603050405020304" pitchFamily="18" charset="0"/>
              </a:rPr>
              <a:t>This module compares the submitted document with stored documents or reference content to identify copied or highly similar text. NLP and similarity matching techniques are used to calculate plagiarism percentages and locate duplicated content.</a:t>
            </a:r>
          </a:p>
          <a:p>
            <a:pPr marL="0" indent="0">
              <a:lnSpc>
                <a:spcPct val="110000"/>
              </a:lnSpc>
              <a:buNone/>
            </a:pPr>
            <a:r>
              <a:rPr lang="en-IN" sz="1800" b="1" dirty="0">
                <a:latin typeface="Times New Roman" panose="02020603050405020304" pitchFamily="18" charset="0"/>
                <a:cs typeface="Times New Roman" panose="02020603050405020304" pitchFamily="18" charset="0"/>
              </a:rPr>
              <a:t>Functions</a:t>
            </a:r>
          </a:p>
          <a:p>
            <a:pPr lvl="0">
              <a:lnSpc>
                <a:spcPct val="110000"/>
              </a:lnSpc>
            </a:pPr>
            <a:r>
              <a:rPr lang="en-IN" sz="1800" dirty="0">
                <a:latin typeface="Times New Roman" panose="02020603050405020304" pitchFamily="18" charset="0"/>
                <a:cs typeface="Times New Roman" panose="02020603050405020304" pitchFamily="18" charset="0"/>
              </a:rPr>
              <a:t>Compares text with existing documents. </a:t>
            </a:r>
          </a:p>
          <a:p>
            <a:pPr lvl="0">
              <a:lnSpc>
                <a:spcPct val="110000"/>
              </a:lnSpc>
            </a:pPr>
            <a:r>
              <a:rPr lang="en-IN" sz="1800" dirty="0">
                <a:latin typeface="Times New Roman" panose="02020603050405020304" pitchFamily="18" charset="0"/>
                <a:cs typeface="Times New Roman" panose="02020603050405020304" pitchFamily="18" charset="0"/>
              </a:rPr>
              <a:t>Detects copied words, phrases, and sentences. </a:t>
            </a:r>
          </a:p>
          <a:p>
            <a:pPr lvl="0">
              <a:lnSpc>
                <a:spcPct val="110000"/>
              </a:lnSpc>
            </a:pPr>
            <a:r>
              <a:rPr lang="en-IN" sz="1800" dirty="0">
                <a:latin typeface="Times New Roman" panose="02020603050405020304" pitchFamily="18" charset="0"/>
                <a:cs typeface="Times New Roman" panose="02020603050405020304" pitchFamily="18" charset="0"/>
              </a:rPr>
              <a:t>Calculates similarity scores. </a:t>
            </a:r>
          </a:p>
          <a:p>
            <a:pPr lvl="0">
              <a:lnSpc>
                <a:spcPct val="110000"/>
              </a:lnSpc>
            </a:pPr>
            <a:r>
              <a:rPr lang="en-IN" sz="1800" dirty="0">
                <a:latin typeface="Times New Roman" panose="02020603050405020304" pitchFamily="18" charset="0"/>
                <a:cs typeface="Times New Roman" panose="02020603050405020304" pitchFamily="18" charset="0"/>
              </a:rPr>
              <a:t>Highlights duplicated content. </a:t>
            </a:r>
          </a:p>
          <a:p>
            <a:pPr lvl="0">
              <a:lnSpc>
                <a:spcPct val="110000"/>
              </a:lnSpc>
            </a:pPr>
            <a:r>
              <a:rPr lang="en-IN" sz="1800" dirty="0">
                <a:latin typeface="Times New Roman" panose="02020603050405020304" pitchFamily="18" charset="0"/>
                <a:cs typeface="Times New Roman" panose="02020603050405020304" pitchFamily="18" charset="0"/>
              </a:rPr>
              <a:t>Generates plagiarism percentage. </a:t>
            </a:r>
          </a:p>
          <a:p>
            <a:pPr marL="0" indent="0">
              <a:lnSpc>
                <a:spcPct val="110000"/>
              </a:lnSpc>
              <a:buNone/>
            </a:pPr>
            <a:r>
              <a:rPr lang="en-IN" sz="1800" b="1" dirty="0">
                <a:latin typeface="Times New Roman" panose="02020603050405020304" pitchFamily="18" charset="0"/>
                <a:cs typeface="Times New Roman" panose="02020603050405020304" pitchFamily="18" charset="0"/>
              </a:rPr>
              <a:t>Output</a:t>
            </a:r>
          </a:p>
          <a:p>
            <a:pPr marL="0" lvl="0" indent="0">
              <a:lnSpc>
                <a:spcPct val="110000"/>
              </a:lnSpc>
              <a:buNone/>
            </a:pPr>
            <a:r>
              <a:rPr lang="en-IN" sz="1800" dirty="0">
                <a:latin typeface="Times New Roman" panose="02020603050405020304" pitchFamily="18" charset="0"/>
                <a:cs typeface="Times New Roman" panose="02020603050405020304" pitchFamily="18" charset="0"/>
              </a:rPr>
              <a:t>Similarity score and highlighted plagiarized sections.</a:t>
            </a:r>
          </a:p>
        </p:txBody>
      </p:sp>
      <p:pic>
        <p:nvPicPr>
          <p:cNvPr id="4" name="Google Shape;161;p1">
            <a:extLst>
              <a:ext uri="{FF2B5EF4-FFF2-40B4-BE49-F238E27FC236}">
                <a16:creationId xmlns:a16="http://schemas.microsoft.com/office/drawing/2014/main" id="{E50CE629-0BAF-5426-3BE0-73400B168376}"/>
              </a:ext>
            </a:extLst>
          </p:cNvPr>
          <p:cNvPicPr preferRelativeResize="0"/>
          <p:nvPr/>
        </p:nvPicPr>
        <p:blipFill rotWithShape="1">
          <a:blip r:embed="rId2">
            <a:alphaModFix/>
          </a:blip>
          <a:srcRect/>
          <a:stretch/>
        </p:blipFill>
        <p:spPr>
          <a:xfrm>
            <a:off x="388620" y="370205"/>
            <a:ext cx="1135380" cy="1343025"/>
          </a:xfrm>
          <a:prstGeom prst="rect">
            <a:avLst/>
          </a:prstGeom>
          <a:noFill/>
          <a:ln>
            <a:noFill/>
          </a:ln>
        </p:spPr>
      </p:pic>
      <p:pic>
        <p:nvPicPr>
          <p:cNvPr id="5" name="Google Shape;162;p1">
            <a:extLst>
              <a:ext uri="{FF2B5EF4-FFF2-40B4-BE49-F238E27FC236}">
                <a16:creationId xmlns:a16="http://schemas.microsoft.com/office/drawing/2014/main" id="{81D072A6-0CB1-7922-82F4-E13ED082A2AB}"/>
              </a:ext>
            </a:extLst>
          </p:cNvPr>
          <p:cNvPicPr preferRelativeResize="0"/>
          <p:nvPr/>
        </p:nvPicPr>
        <p:blipFill rotWithShape="1">
          <a:blip r:embed="rId3">
            <a:alphaModFix/>
          </a:blip>
          <a:srcRect/>
          <a:stretch/>
        </p:blipFill>
        <p:spPr>
          <a:xfrm>
            <a:off x="10158095" y="219808"/>
            <a:ext cx="1520190" cy="1343025"/>
          </a:xfrm>
          <a:prstGeom prst="rect">
            <a:avLst/>
          </a:prstGeom>
          <a:noFill/>
          <a:ln>
            <a:noFill/>
          </a:ln>
        </p:spPr>
      </p:pic>
    </p:spTree>
    <p:extLst>
      <p:ext uri="{BB962C8B-B14F-4D97-AF65-F5344CB8AC3E}">
        <p14:creationId xmlns:p14="http://schemas.microsoft.com/office/powerpoint/2010/main" val="2224177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B4478-5862-59E6-D68E-F819B4C570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3823DD-63E9-0E52-F5E5-3296095EE361}"/>
              </a:ext>
            </a:extLst>
          </p:cNvPr>
          <p:cNvSpPr>
            <a:spLocks noGrp="1"/>
          </p:cNvSpPr>
          <p:nvPr>
            <p:ph type="title"/>
          </p:nvPr>
        </p:nvSpPr>
        <p:spPr/>
        <p:txBody>
          <a:bodyPr/>
          <a:lstStyle/>
          <a:p>
            <a:pPr algn="ctr"/>
            <a:r>
              <a:rPr lang="en-US" b="1" dirty="0">
                <a:latin typeface="Times New Roman"/>
                <a:ea typeface="Times New Roman"/>
                <a:cs typeface="Times New Roman"/>
                <a:sym typeface="Times New Roman"/>
              </a:rPr>
              <a:t>Modules 4</a:t>
            </a:r>
            <a:endParaRPr lang="en-IN" b="1" dirty="0"/>
          </a:p>
        </p:txBody>
      </p:sp>
      <p:sp>
        <p:nvSpPr>
          <p:cNvPr id="3" name="Content Placeholder 2">
            <a:extLst>
              <a:ext uri="{FF2B5EF4-FFF2-40B4-BE49-F238E27FC236}">
                <a16:creationId xmlns:a16="http://schemas.microsoft.com/office/drawing/2014/main" id="{9F763345-F3CB-88F6-0855-2DA9C9AF5649}"/>
              </a:ext>
            </a:extLst>
          </p:cNvPr>
          <p:cNvSpPr>
            <a:spLocks noGrp="1"/>
          </p:cNvSpPr>
          <p:nvPr>
            <p:ph idx="1"/>
          </p:nvPr>
        </p:nvSpPr>
        <p:spPr>
          <a:xfrm>
            <a:off x="745067" y="1825625"/>
            <a:ext cx="10608733" cy="4351338"/>
          </a:xfrm>
        </p:spPr>
        <p:txBody>
          <a:bodyPr>
            <a:noAutofit/>
          </a:bodyPr>
          <a:lstStyle/>
          <a:p>
            <a:pPr marL="0" indent="0" algn="just">
              <a:lnSpc>
                <a:spcPct val="100000"/>
              </a:lnSpc>
              <a:buNone/>
            </a:pPr>
            <a:r>
              <a:rPr lang="en-IN" sz="1800" b="1" dirty="0">
                <a:latin typeface="Times New Roman" panose="02020603050405020304" pitchFamily="18" charset="0"/>
                <a:cs typeface="Times New Roman" panose="02020603050405020304" pitchFamily="18" charset="0"/>
              </a:rPr>
              <a:t>Report Generation &amp; Visualization:</a:t>
            </a:r>
          </a:p>
          <a:p>
            <a:pPr marL="0" indent="0" algn="just">
              <a:lnSpc>
                <a:spcPct val="100000"/>
              </a:lnSpc>
              <a:buNone/>
            </a:pPr>
            <a:r>
              <a:rPr lang="en-IN" sz="1800" dirty="0">
                <a:latin typeface="Times New Roman" panose="02020603050405020304" pitchFamily="18" charset="0"/>
                <a:cs typeface="Times New Roman" panose="02020603050405020304" pitchFamily="18" charset="0"/>
              </a:rPr>
              <a:t>This module generates a detailed and easy-to-understand report based on the plagiarism and error analysis results. It provides users with complete information about document originality and writing quality.</a:t>
            </a:r>
          </a:p>
          <a:p>
            <a:pPr marL="0" indent="0" algn="just">
              <a:lnSpc>
                <a:spcPct val="100000"/>
              </a:lnSpc>
              <a:buNone/>
            </a:pPr>
            <a:r>
              <a:rPr lang="en-IN" sz="1800" b="1" dirty="0">
                <a:latin typeface="Times New Roman" panose="02020603050405020304" pitchFamily="18" charset="0"/>
                <a:cs typeface="Times New Roman" panose="02020603050405020304" pitchFamily="18" charset="0"/>
              </a:rPr>
              <a:t>Functions</a:t>
            </a:r>
          </a:p>
          <a:p>
            <a:pPr lvl="0" algn="just">
              <a:lnSpc>
                <a:spcPct val="100000"/>
              </a:lnSpc>
            </a:pPr>
            <a:r>
              <a:rPr lang="en-IN" sz="1800" dirty="0">
                <a:latin typeface="Times New Roman" panose="02020603050405020304" pitchFamily="18" charset="0"/>
                <a:cs typeface="Times New Roman" panose="02020603050405020304" pitchFamily="18" charset="0"/>
              </a:rPr>
              <a:t>Displays plagiarism percentage. </a:t>
            </a:r>
          </a:p>
          <a:p>
            <a:pPr lvl="0" algn="just">
              <a:lnSpc>
                <a:spcPct val="100000"/>
              </a:lnSpc>
            </a:pPr>
            <a:r>
              <a:rPr lang="en-IN" sz="1800" dirty="0">
                <a:latin typeface="Times New Roman" panose="02020603050405020304" pitchFamily="18" charset="0"/>
                <a:cs typeface="Times New Roman" panose="02020603050405020304" pitchFamily="18" charset="0"/>
              </a:rPr>
              <a:t>Shows grammar and spelling errors. </a:t>
            </a:r>
          </a:p>
          <a:p>
            <a:pPr lvl="0" algn="just">
              <a:lnSpc>
                <a:spcPct val="100000"/>
              </a:lnSpc>
            </a:pPr>
            <a:r>
              <a:rPr lang="en-IN" sz="1800" dirty="0">
                <a:latin typeface="Times New Roman" panose="02020603050405020304" pitchFamily="18" charset="0"/>
                <a:cs typeface="Times New Roman" panose="02020603050405020304" pitchFamily="18" charset="0"/>
              </a:rPr>
              <a:t>Highlights copied content. </a:t>
            </a:r>
          </a:p>
          <a:p>
            <a:pPr lvl="0" algn="just">
              <a:lnSpc>
                <a:spcPct val="100000"/>
              </a:lnSpc>
            </a:pPr>
            <a:r>
              <a:rPr lang="en-IN" sz="1800" dirty="0">
                <a:latin typeface="Times New Roman" panose="02020603050405020304" pitchFamily="18" charset="0"/>
                <a:cs typeface="Times New Roman" panose="02020603050405020304" pitchFamily="18" charset="0"/>
              </a:rPr>
              <a:t>Generates downloadable reports. </a:t>
            </a:r>
          </a:p>
          <a:p>
            <a:pPr lvl="0" algn="just">
              <a:lnSpc>
                <a:spcPct val="100000"/>
              </a:lnSpc>
            </a:pPr>
            <a:r>
              <a:rPr lang="en-IN" sz="1800" dirty="0">
                <a:latin typeface="Times New Roman" panose="02020603050405020304" pitchFamily="18" charset="0"/>
                <a:cs typeface="Times New Roman" panose="02020603050405020304" pitchFamily="18" charset="0"/>
              </a:rPr>
              <a:t>Provides visual summaries and statistics. </a:t>
            </a:r>
          </a:p>
          <a:p>
            <a:pPr marL="0" indent="0" algn="just">
              <a:lnSpc>
                <a:spcPct val="100000"/>
              </a:lnSpc>
              <a:buNone/>
            </a:pPr>
            <a:r>
              <a:rPr lang="en-IN" sz="1800" b="1" dirty="0">
                <a:latin typeface="Times New Roman" panose="02020603050405020304" pitchFamily="18" charset="0"/>
                <a:cs typeface="Times New Roman" panose="02020603050405020304" pitchFamily="18" charset="0"/>
              </a:rPr>
              <a:t>Output</a:t>
            </a:r>
          </a:p>
          <a:p>
            <a:pPr marL="0" lvl="0" indent="0" algn="just">
              <a:lnSpc>
                <a:spcPct val="100000"/>
              </a:lnSpc>
              <a:buNone/>
            </a:pPr>
            <a:r>
              <a:rPr lang="en-IN" sz="1800" dirty="0">
                <a:latin typeface="Times New Roman" panose="02020603050405020304" pitchFamily="18" charset="0"/>
                <a:cs typeface="Times New Roman" panose="02020603050405020304" pitchFamily="18" charset="0"/>
              </a:rPr>
              <a:t>Final report containing plagiarism results, detected errors, and improvement suggestions.</a:t>
            </a:r>
          </a:p>
        </p:txBody>
      </p:sp>
      <p:pic>
        <p:nvPicPr>
          <p:cNvPr id="4" name="Google Shape;161;p1">
            <a:extLst>
              <a:ext uri="{FF2B5EF4-FFF2-40B4-BE49-F238E27FC236}">
                <a16:creationId xmlns:a16="http://schemas.microsoft.com/office/drawing/2014/main" id="{EF1FEEDD-A148-63AA-AC79-67B05D2101D8}"/>
              </a:ext>
            </a:extLst>
          </p:cNvPr>
          <p:cNvPicPr preferRelativeResize="0"/>
          <p:nvPr/>
        </p:nvPicPr>
        <p:blipFill rotWithShape="1">
          <a:blip r:embed="rId2">
            <a:alphaModFix/>
          </a:blip>
          <a:srcRect/>
          <a:stretch/>
        </p:blipFill>
        <p:spPr>
          <a:xfrm>
            <a:off x="388620" y="370205"/>
            <a:ext cx="1135380" cy="1343025"/>
          </a:xfrm>
          <a:prstGeom prst="rect">
            <a:avLst/>
          </a:prstGeom>
          <a:noFill/>
          <a:ln>
            <a:noFill/>
          </a:ln>
        </p:spPr>
      </p:pic>
      <p:pic>
        <p:nvPicPr>
          <p:cNvPr id="5" name="Google Shape;162;p1">
            <a:extLst>
              <a:ext uri="{FF2B5EF4-FFF2-40B4-BE49-F238E27FC236}">
                <a16:creationId xmlns:a16="http://schemas.microsoft.com/office/drawing/2014/main" id="{E1E9A6A4-89A9-A0EC-4812-10BAEA559F92}"/>
              </a:ext>
            </a:extLst>
          </p:cNvPr>
          <p:cNvPicPr preferRelativeResize="0"/>
          <p:nvPr/>
        </p:nvPicPr>
        <p:blipFill rotWithShape="1">
          <a:blip r:embed="rId3">
            <a:alphaModFix/>
          </a:blip>
          <a:srcRect/>
          <a:stretch/>
        </p:blipFill>
        <p:spPr>
          <a:xfrm>
            <a:off x="10158095" y="219808"/>
            <a:ext cx="1520190" cy="1343025"/>
          </a:xfrm>
          <a:prstGeom prst="rect">
            <a:avLst/>
          </a:prstGeom>
          <a:noFill/>
          <a:ln>
            <a:noFill/>
          </a:ln>
        </p:spPr>
      </p:pic>
    </p:spTree>
    <p:extLst>
      <p:ext uri="{BB962C8B-B14F-4D97-AF65-F5344CB8AC3E}">
        <p14:creationId xmlns:p14="http://schemas.microsoft.com/office/powerpoint/2010/main" val="4621352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011BE-34F2-B3AC-9B4B-A39E50B5F945}"/>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System Architecture</a:t>
            </a:r>
            <a:endParaRPr lang="en-IN" b="1" dirty="0"/>
          </a:p>
        </p:txBody>
      </p:sp>
      <p:pic>
        <p:nvPicPr>
          <p:cNvPr id="4" name="Google Shape;161;p1">
            <a:extLst>
              <a:ext uri="{FF2B5EF4-FFF2-40B4-BE49-F238E27FC236}">
                <a16:creationId xmlns:a16="http://schemas.microsoft.com/office/drawing/2014/main" id="{DB1A1090-9512-013D-A56A-C9C0D402CB39}"/>
              </a:ext>
            </a:extLst>
          </p:cNvPr>
          <p:cNvPicPr preferRelativeResize="0"/>
          <p:nvPr/>
        </p:nvPicPr>
        <p:blipFill rotWithShape="1">
          <a:blip r:embed="rId2">
            <a:alphaModFix/>
          </a:blip>
          <a:srcRect/>
          <a:stretch/>
        </p:blipFill>
        <p:spPr>
          <a:xfrm>
            <a:off x="388620" y="370205"/>
            <a:ext cx="1135380" cy="1343025"/>
          </a:xfrm>
          <a:prstGeom prst="rect">
            <a:avLst/>
          </a:prstGeom>
          <a:noFill/>
          <a:ln>
            <a:noFill/>
          </a:ln>
        </p:spPr>
      </p:pic>
      <p:pic>
        <p:nvPicPr>
          <p:cNvPr id="5" name="Google Shape;162;p1">
            <a:extLst>
              <a:ext uri="{FF2B5EF4-FFF2-40B4-BE49-F238E27FC236}">
                <a16:creationId xmlns:a16="http://schemas.microsoft.com/office/drawing/2014/main" id="{1ED7BAA0-67C4-6DAC-270F-54E8678CFF5C}"/>
              </a:ext>
            </a:extLst>
          </p:cNvPr>
          <p:cNvPicPr preferRelativeResize="0"/>
          <p:nvPr/>
        </p:nvPicPr>
        <p:blipFill rotWithShape="1">
          <a:blip r:embed="rId3">
            <a:alphaModFix/>
          </a:blip>
          <a:srcRect/>
          <a:stretch/>
        </p:blipFill>
        <p:spPr>
          <a:xfrm>
            <a:off x="10158095" y="219808"/>
            <a:ext cx="1520190" cy="1343025"/>
          </a:xfrm>
          <a:prstGeom prst="rect">
            <a:avLst/>
          </a:prstGeom>
          <a:noFill/>
          <a:ln>
            <a:noFill/>
          </a:ln>
        </p:spPr>
      </p:pic>
      <p:graphicFrame>
        <p:nvGraphicFramePr>
          <p:cNvPr id="9" name="Diagram 8">
            <a:extLst>
              <a:ext uri="{FF2B5EF4-FFF2-40B4-BE49-F238E27FC236}">
                <a16:creationId xmlns:a16="http://schemas.microsoft.com/office/drawing/2014/main" id="{124EBEFD-A591-883E-62A4-81DA64CC78C5}"/>
              </a:ext>
            </a:extLst>
          </p:cNvPr>
          <p:cNvGraphicFramePr/>
          <p:nvPr>
            <p:extLst>
              <p:ext uri="{D42A27DB-BD31-4B8C-83A1-F6EECF244321}">
                <p14:modId xmlns:p14="http://schemas.microsoft.com/office/powerpoint/2010/main" val="2625475349"/>
              </p:ext>
            </p:extLst>
          </p:nvPr>
        </p:nvGraphicFramePr>
        <p:xfrm>
          <a:off x="651932" y="1836005"/>
          <a:ext cx="10617201" cy="52327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455491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75453-03CB-492C-50D4-53FF5B2EFA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95F71A-C035-7B39-88E6-C1FE84FFDB7B}"/>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DED6ABEA-4073-DBEC-3D86-95107CBE380F}"/>
              </a:ext>
            </a:extLst>
          </p:cNvPr>
          <p:cNvSpPr>
            <a:spLocks noGrp="1"/>
          </p:cNvSpPr>
          <p:nvPr>
            <p:ph idx="1"/>
          </p:nvPr>
        </p:nvSpPr>
        <p:spPr>
          <a:xfrm>
            <a:off x="838200" y="1817151"/>
            <a:ext cx="10515600" cy="4351338"/>
          </a:xfrm>
        </p:spPr>
        <p:txBody>
          <a:bodyPr>
            <a:normAutofit/>
          </a:bodyPr>
          <a:lstStyle/>
          <a:p>
            <a:pPr algn="just">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The </a:t>
            </a:r>
            <a:r>
              <a:rPr lang="en-IN" sz="2000" b="1" dirty="0">
                <a:latin typeface="Times New Roman" panose="02020603050405020304" pitchFamily="18" charset="0"/>
                <a:cs typeface="Times New Roman" panose="02020603050405020304" pitchFamily="18" charset="0"/>
              </a:rPr>
              <a:t>Intelligent Multilingual Plagiarism Detection and Error Identification System using C++</a:t>
            </a:r>
            <a:r>
              <a:rPr lang="en-IN" sz="2000" dirty="0">
                <a:latin typeface="Times New Roman" panose="02020603050405020304" pitchFamily="18" charset="0"/>
                <a:cs typeface="Times New Roman" panose="02020603050405020304" pitchFamily="18" charset="0"/>
              </a:rPr>
              <a:t> provides an efficient solution for detecting plagiarism and identifying grammatical, spelling, and syntax errors across multiple languages. </a:t>
            </a:r>
          </a:p>
          <a:p>
            <a:pPr algn="just">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The system enhances document originality verification through text similarity analysis while improving content quality through automated error detection. By combining plagiarism detection and error identification into a single platform, the project offers a reliable, fast, and user-friendly tool for students, researchers, educators, and content creators.</a:t>
            </a:r>
          </a:p>
        </p:txBody>
      </p:sp>
      <p:pic>
        <p:nvPicPr>
          <p:cNvPr id="4" name="Google Shape;161;p1">
            <a:extLst>
              <a:ext uri="{FF2B5EF4-FFF2-40B4-BE49-F238E27FC236}">
                <a16:creationId xmlns:a16="http://schemas.microsoft.com/office/drawing/2014/main" id="{B724B5A7-A7FB-BC1E-472D-86A1AB619D74}"/>
              </a:ext>
            </a:extLst>
          </p:cNvPr>
          <p:cNvPicPr preferRelativeResize="0"/>
          <p:nvPr/>
        </p:nvPicPr>
        <p:blipFill rotWithShape="1">
          <a:blip r:embed="rId2">
            <a:alphaModFix/>
          </a:blip>
          <a:srcRect/>
          <a:stretch/>
        </p:blipFill>
        <p:spPr>
          <a:xfrm>
            <a:off x="388620" y="370205"/>
            <a:ext cx="1135380" cy="1343025"/>
          </a:xfrm>
          <a:prstGeom prst="rect">
            <a:avLst/>
          </a:prstGeom>
          <a:noFill/>
          <a:ln>
            <a:noFill/>
          </a:ln>
        </p:spPr>
      </p:pic>
      <p:pic>
        <p:nvPicPr>
          <p:cNvPr id="5" name="Google Shape;162;p1">
            <a:extLst>
              <a:ext uri="{FF2B5EF4-FFF2-40B4-BE49-F238E27FC236}">
                <a16:creationId xmlns:a16="http://schemas.microsoft.com/office/drawing/2014/main" id="{2900A137-BAA1-C547-109A-25A8A8A0E8E2}"/>
              </a:ext>
            </a:extLst>
          </p:cNvPr>
          <p:cNvPicPr preferRelativeResize="0"/>
          <p:nvPr/>
        </p:nvPicPr>
        <p:blipFill rotWithShape="1">
          <a:blip r:embed="rId3">
            <a:alphaModFix/>
          </a:blip>
          <a:srcRect/>
          <a:stretch/>
        </p:blipFill>
        <p:spPr>
          <a:xfrm>
            <a:off x="10158095" y="238662"/>
            <a:ext cx="1520190" cy="1343025"/>
          </a:xfrm>
          <a:prstGeom prst="rect">
            <a:avLst/>
          </a:prstGeom>
          <a:noFill/>
          <a:ln>
            <a:noFill/>
          </a:ln>
        </p:spPr>
      </p:pic>
    </p:spTree>
    <p:extLst>
      <p:ext uri="{BB962C8B-B14F-4D97-AF65-F5344CB8AC3E}">
        <p14:creationId xmlns:p14="http://schemas.microsoft.com/office/powerpoint/2010/main" val="58893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7EAFA-086A-2103-29A7-79CA18666D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247B5A-3467-FA50-322B-75DD14728A1A}"/>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Future Scope</a:t>
            </a:r>
          </a:p>
        </p:txBody>
      </p:sp>
      <p:pic>
        <p:nvPicPr>
          <p:cNvPr id="4" name="Google Shape;161;p1">
            <a:extLst>
              <a:ext uri="{FF2B5EF4-FFF2-40B4-BE49-F238E27FC236}">
                <a16:creationId xmlns:a16="http://schemas.microsoft.com/office/drawing/2014/main" id="{9E54781F-4A97-0D37-EE8A-C1B24F33215C}"/>
              </a:ext>
            </a:extLst>
          </p:cNvPr>
          <p:cNvPicPr preferRelativeResize="0"/>
          <p:nvPr/>
        </p:nvPicPr>
        <p:blipFill rotWithShape="1">
          <a:blip r:embed="rId2">
            <a:alphaModFix/>
          </a:blip>
          <a:srcRect/>
          <a:stretch/>
        </p:blipFill>
        <p:spPr>
          <a:xfrm>
            <a:off x="388620" y="370205"/>
            <a:ext cx="1135380" cy="1343025"/>
          </a:xfrm>
          <a:prstGeom prst="rect">
            <a:avLst/>
          </a:prstGeom>
          <a:noFill/>
          <a:ln>
            <a:noFill/>
          </a:ln>
        </p:spPr>
      </p:pic>
      <p:pic>
        <p:nvPicPr>
          <p:cNvPr id="5" name="Google Shape;162;p1">
            <a:extLst>
              <a:ext uri="{FF2B5EF4-FFF2-40B4-BE49-F238E27FC236}">
                <a16:creationId xmlns:a16="http://schemas.microsoft.com/office/drawing/2014/main" id="{120B8774-FC5C-D4E9-A774-AE37F36013FE}"/>
              </a:ext>
            </a:extLst>
          </p:cNvPr>
          <p:cNvPicPr preferRelativeResize="0"/>
          <p:nvPr/>
        </p:nvPicPr>
        <p:blipFill rotWithShape="1">
          <a:blip r:embed="rId3">
            <a:alphaModFix/>
          </a:blip>
          <a:srcRect/>
          <a:stretch/>
        </p:blipFill>
        <p:spPr>
          <a:xfrm>
            <a:off x="10158095" y="238662"/>
            <a:ext cx="1520190" cy="1343025"/>
          </a:xfrm>
          <a:prstGeom prst="rect">
            <a:avLst/>
          </a:prstGeom>
          <a:noFill/>
          <a:ln>
            <a:noFill/>
          </a:ln>
        </p:spPr>
      </p:pic>
      <p:sp>
        <p:nvSpPr>
          <p:cNvPr id="3" name="Content Placeholder 2">
            <a:extLst>
              <a:ext uri="{FF2B5EF4-FFF2-40B4-BE49-F238E27FC236}">
                <a16:creationId xmlns:a16="http://schemas.microsoft.com/office/drawing/2014/main" id="{F0BB0411-EB1E-FF68-4502-7BE2A5938C47}"/>
              </a:ext>
            </a:extLst>
          </p:cNvPr>
          <p:cNvSpPr>
            <a:spLocks noGrp="1"/>
          </p:cNvSpPr>
          <p:nvPr>
            <p:ph idx="1"/>
          </p:nvPr>
        </p:nvSpPr>
        <p:spPr>
          <a:xfrm>
            <a:off x="838200" y="1817151"/>
            <a:ext cx="10515600" cy="4351338"/>
          </a:xfrm>
        </p:spPr>
        <p:txBody>
          <a:bodyPr>
            <a:normAutofit/>
          </a:bodyPr>
          <a:lstStyle/>
          <a:p>
            <a:pPr lvl="0">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Integrate Artificial Intelligence and Machine Learning algorithms to improve plagiarism detection accuracy. </a:t>
            </a:r>
          </a:p>
          <a:p>
            <a:pPr lvl="0">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Support additional languages and regional dialects for broader multilingual coverage. </a:t>
            </a:r>
          </a:p>
          <a:p>
            <a:pPr lvl="0">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Implement semantic analysis to detect paraphrased and context-based plagiarism. </a:t>
            </a:r>
          </a:p>
          <a:p>
            <a:pPr lvl="0">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Develop a web-based and mobile application for easier accessibility. </a:t>
            </a:r>
          </a:p>
          <a:p>
            <a:pPr lvl="0">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Add real-time document scanning and instant feedback features.</a:t>
            </a:r>
          </a:p>
          <a:p>
            <a:pPr lvl="0">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Integrate cloud storage and database support for large-scale document management.</a:t>
            </a:r>
          </a:p>
        </p:txBody>
      </p:sp>
    </p:spTree>
    <p:extLst>
      <p:ext uri="{BB962C8B-B14F-4D97-AF65-F5344CB8AC3E}">
        <p14:creationId xmlns:p14="http://schemas.microsoft.com/office/powerpoint/2010/main" val="38366275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23B8E-0852-AC92-3F78-5A7505F0A15B}"/>
              </a:ext>
            </a:extLst>
          </p:cNvPr>
          <p:cNvSpPr>
            <a:spLocks noGrp="1"/>
          </p:cNvSpPr>
          <p:nvPr>
            <p:ph type="ctrTitle"/>
          </p:nvPr>
        </p:nvSpPr>
        <p:spPr/>
        <p:txBody>
          <a:bodyPr/>
          <a:lstStyle/>
          <a:p>
            <a:r>
              <a:rPr lang="en-US" b="1" dirty="0">
                <a:latin typeface="Times New Roman" panose="02020603050405020304" pitchFamily="18" charset="0"/>
                <a:cs typeface="Times New Roman" panose="02020603050405020304" pitchFamily="18" charset="0"/>
              </a:rPr>
              <a:t>THANK YOU</a:t>
            </a:r>
            <a:endParaRPr lang="en-IN" b="1" dirty="0">
              <a:latin typeface="Times New Roman" panose="02020603050405020304" pitchFamily="18" charset="0"/>
              <a:cs typeface="Times New Roman" panose="02020603050405020304" pitchFamily="18" charset="0"/>
            </a:endParaRPr>
          </a:p>
        </p:txBody>
      </p:sp>
      <p:pic>
        <p:nvPicPr>
          <p:cNvPr id="4" name="Google Shape;161;p1">
            <a:extLst>
              <a:ext uri="{FF2B5EF4-FFF2-40B4-BE49-F238E27FC236}">
                <a16:creationId xmlns:a16="http://schemas.microsoft.com/office/drawing/2014/main" id="{11AC1F54-9F97-A690-5ACF-68D3253B2A29}"/>
              </a:ext>
            </a:extLst>
          </p:cNvPr>
          <p:cNvPicPr preferRelativeResize="0"/>
          <p:nvPr/>
        </p:nvPicPr>
        <p:blipFill rotWithShape="1">
          <a:blip r:embed="rId2">
            <a:alphaModFix/>
          </a:blip>
          <a:srcRect/>
          <a:stretch/>
        </p:blipFill>
        <p:spPr>
          <a:xfrm>
            <a:off x="388620" y="370205"/>
            <a:ext cx="1135380" cy="1343025"/>
          </a:xfrm>
          <a:prstGeom prst="rect">
            <a:avLst/>
          </a:prstGeom>
          <a:noFill/>
          <a:ln>
            <a:noFill/>
          </a:ln>
        </p:spPr>
      </p:pic>
      <p:pic>
        <p:nvPicPr>
          <p:cNvPr id="5" name="Google Shape;162;p1">
            <a:extLst>
              <a:ext uri="{FF2B5EF4-FFF2-40B4-BE49-F238E27FC236}">
                <a16:creationId xmlns:a16="http://schemas.microsoft.com/office/drawing/2014/main" id="{2C9D73B2-B25B-5523-AEE0-6CE44D97F302}"/>
              </a:ext>
            </a:extLst>
          </p:cNvPr>
          <p:cNvPicPr preferRelativeResize="0"/>
          <p:nvPr/>
        </p:nvPicPr>
        <p:blipFill rotWithShape="1">
          <a:blip r:embed="rId3">
            <a:alphaModFix/>
          </a:blip>
          <a:srcRect/>
          <a:stretch/>
        </p:blipFill>
        <p:spPr>
          <a:xfrm>
            <a:off x="10158095" y="238662"/>
            <a:ext cx="1520190" cy="1343025"/>
          </a:xfrm>
          <a:prstGeom prst="rect">
            <a:avLst/>
          </a:prstGeom>
          <a:noFill/>
          <a:ln>
            <a:noFill/>
          </a:ln>
        </p:spPr>
      </p:pic>
    </p:spTree>
    <p:extLst>
      <p:ext uri="{BB962C8B-B14F-4D97-AF65-F5344CB8AC3E}">
        <p14:creationId xmlns:p14="http://schemas.microsoft.com/office/powerpoint/2010/main" val="24577639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618</TotalTime>
  <Words>1394</Words>
  <Application>Microsoft Office PowerPoint</Application>
  <PresentationFormat>Widescreen</PresentationFormat>
  <Paragraphs>142</Paragraphs>
  <Slides>16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Times New Roman</vt:lpstr>
      <vt:lpstr>Wingdings</vt:lpstr>
      <vt:lpstr>Office Theme</vt:lpstr>
      <vt:lpstr>Intelligent Multilingual Plagiarism Detection and Error Identification System using C++</vt:lpstr>
      <vt:lpstr>Abstract</vt:lpstr>
      <vt:lpstr>Introduction</vt:lpstr>
      <vt:lpstr>Objectives</vt:lpstr>
      <vt:lpstr>Literature Review</vt:lpstr>
      <vt:lpstr>Problem Statement</vt:lpstr>
      <vt:lpstr>Existing System</vt:lpstr>
      <vt:lpstr>Proposed System</vt:lpstr>
      <vt:lpstr>Modules 1</vt:lpstr>
      <vt:lpstr>Modules 2</vt:lpstr>
      <vt:lpstr>Modules 3</vt:lpstr>
      <vt:lpstr>Modules 4</vt:lpstr>
      <vt:lpstr>System Architecture</vt:lpstr>
      <vt:lpstr>Conclusion</vt:lpstr>
      <vt:lpstr>Future Scope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Sanjay C</dc:creator>
  <cp:lastModifiedBy>Jamal Mohideen</cp:lastModifiedBy>
  <cp:revision>23</cp:revision>
  <dcterms:created xsi:type="dcterms:W3CDTF">2025-08-10T15:31:50Z</dcterms:created>
  <dcterms:modified xsi:type="dcterms:W3CDTF">2026-08-16T06:14:15Z</dcterms:modified>
</cp:coreProperties>
</file>